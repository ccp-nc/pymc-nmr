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64" r:id="rId3"/>
    <p:sldId id="257" r:id="rId4"/>
    <p:sldId id="258" r:id="rId5"/>
    <p:sldId id="265" r:id="rId6"/>
    <p:sldId id="261" r:id="rId7"/>
    <p:sldId id="266" r:id="rId8"/>
    <p:sldId id="267" r:id="rId9"/>
    <p:sldId id="259" r:id="rId10"/>
    <p:sldId id="268" r:id="rId11"/>
    <p:sldId id="260" r:id="rId12"/>
    <p:sldId id="269" r:id="rId13"/>
    <p:sldId id="270" r:id="rId14"/>
    <p:sldId id="263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A82EC7-EA81-C866-35B6-FFD072015080}" v="16" dt="2025-10-06T07:56:33.0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8" autoAdjust="0"/>
    <p:restoredTop sz="94660"/>
  </p:normalViewPr>
  <p:slideViewPr>
    <p:cSldViewPr snapToGrid="0">
      <p:cViewPr varScale="1">
        <p:scale>
          <a:sx n="90" d="100"/>
          <a:sy n="90" d="100"/>
        </p:scale>
        <p:origin x="31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urton, John (STFC,DL,SC)" userId="S::john.purton@stfc.ac.uk::15864267-8896-4111-94ac-95f5e97e7e88" providerId="AD" clId="Web-{C0BEFA4F-A2FF-F5AD-CD5C-522662C9B8FD}"/>
    <pc:docChg chg="addSld modSld">
      <pc:chgData name="Purton, John (STFC,DL,SC)" userId="S::john.purton@stfc.ac.uk::15864267-8896-4111-94ac-95f5e97e7e88" providerId="AD" clId="Web-{C0BEFA4F-A2FF-F5AD-CD5C-522662C9B8FD}" dt="2025-09-12T14:31:33.269" v="716" actId="20577"/>
      <pc:docMkLst>
        <pc:docMk/>
      </pc:docMkLst>
      <pc:sldChg chg="modSp">
        <pc:chgData name="Purton, John (STFC,DL,SC)" userId="S::john.purton@stfc.ac.uk::15864267-8896-4111-94ac-95f5e97e7e88" providerId="AD" clId="Web-{C0BEFA4F-A2FF-F5AD-CD5C-522662C9B8FD}" dt="2025-09-12T08:41:55.399" v="37" actId="20577"/>
        <pc:sldMkLst>
          <pc:docMk/>
          <pc:sldMk cId="137064589" sldId="256"/>
        </pc:sldMkLst>
        <pc:spChg chg="mod">
          <ac:chgData name="Purton, John (STFC,DL,SC)" userId="S::john.purton@stfc.ac.uk::15864267-8896-4111-94ac-95f5e97e7e88" providerId="AD" clId="Web-{C0BEFA4F-A2FF-F5AD-CD5C-522662C9B8FD}" dt="2025-09-12T08:41:42.742" v="27" actId="20577"/>
          <ac:spMkLst>
            <pc:docMk/>
            <pc:sldMk cId="137064589" sldId="256"/>
            <ac:spMk id="2" creationId="{E5D00CB8-16B3-077E-A1FB-9D6D3B3546D9}"/>
          </ac:spMkLst>
        </pc:spChg>
        <pc:spChg chg="mod">
          <ac:chgData name="Purton, John (STFC,DL,SC)" userId="S::john.purton@stfc.ac.uk::15864267-8896-4111-94ac-95f5e97e7e88" providerId="AD" clId="Web-{C0BEFA4F-A2FF-F5AD-CD5C-522662C9B8FD}" dt="2025-09-12T08:41:55.399" v="37" actId="20577"/>
          <ac:spMkLst>
            <pc:docMk/>
            <pc:sldMk cId="137064589" sldId="256"/>
            <ac:spMk id="3" creationId="{0D974126-C43D-0852-EED0-AEAED523D894}"/>
          </ac:spMkLst>
        </pc:spChg>
      </pc:sldChg>
      <pc:sldChg chg="addSp modSp">
        <pc:chgData name="Purton, John (STFC,DL,SC)" userId="S::john.purton@stfc.ac.uk::15864267-8896-4111-94ac-95f5e97e7e88" providerId="AD" clId="Web-{C0BEFA4F-A2FF-F5AD-CD5C-522662C9B8FD}" dt="2025-09-12T09:00:34.605" v="252" actId="20577"/>
        <pc:sldMkLst>
          <pc:docMk/>
          <pc:sldMk cId="957626493" sldId="257"/>
        </pc:sldMkLst>
        <pc:spChg chg="add mod">
          <ac:chgData name="Purton, John (STFC,DL,SC)" userId="S::john.purton@stfc.ac.uk::15864267-8896-4111-94ac-95f5e97e7e88" providerId="AD" clId="Web-{C0BEFA4F-A2FF-F5AD-CD5C-522662C9B8FD}" dt="2025-09-12T09:00:34.605" v="252" actId="20577"/>
          <ac:spMkLst>
            <pc:docMk/>
            <pc:sldMk cId="957626493" sldId="257"/>
            <ac:spMk id="3" creationId="{A6830476-CF8B-8B52-D3BB-29BA1536C328}"/>
          </ac:spMkLst>
        </pc:spChg>
      </pc:sldChg>
      <pc:sldChg chg="addSp modSp">
        <pc:chgData name="Purton, John (STFC,DL,SC)" userId="S::john.purton@stfc.ac.uk::15864267-8896-4111-94ac-95f5e97e7e88" providerId="AD" clId="Web-{C0BEFA4F-A2FF-F5AD-CD5C-522662C9B8FD}" dt="2025-09-12T09:08:40.631" v="315" actId="20577"/>
        <pc:sldMkLst>
          <pc:docMk/>
          <pc:sldMk cId="2863475539" sldId="258"/>
        </pc:sldMkLst>
        <pc:spChg chg="add mod">
          <ac:chgData name="Purton, John (STFC,DL,SC)" userId="S::john.purton@stfc.ac.uk::15864267-8896-4111-94ac-95f5e97e7e88" providerId="AD" clId="Web-{C0BEFA4F-A2FF-F5AD-CD5C-522662C9B8FD}" dt="2025-09-12T09:08:40.631" v="315" actId="20577"/>
          <ac:spMkLst>
            <pc:docMk/>
            <pc:sldMk cId="2863475539" sldId="258"/>
            <ac:spMk id="3" creationId="{46AF2298-DFEB-6FC1-CD82-49DCB192AF34}"/>
          </ac:spMkLst>
        </pc:spChg>
        <pc:spChg chg="mod">
          <ac:chgData name="Purton, John (STFC,DL,SC)" userId="S::john.purton@stfc.ac.uk::15864267-8896-4111-94ac-95f5e97e7e88" providerId="AD" clId="Web-{C0BEFA4F-A2FF-F5AD-CD5C-522662C9B8FD}" dt="2025-09-12T09:01:35.373" v="259" actId="1076"/>
          <ac:spMkLst>
            <pc:docMk/>
            <pc:sldMk cId="2863475539" sldId="258"/>
            <ac:spMk id="5" creationId="{41773382-D39F-99C2-6033-EB8A6AB1BFC3}"/>
          </ac:spMkLst>
        </pc:spChg>
      </pc:sldChg>
      <pc:sldChg chg="delSp modSp">
        <pc:chgData name="Purton, John (STFC,DL,SC)" userId="S::john.purton@stfc.ac.uk::15864267-8896-4111-94ac-95f5e97e7e88" providerId="AD" clId="Web-{C0BEFA4F-A2FF-F5AD-CD5C-522662C9B8FD}" dt="2025-09-12T10:53:22.881" v="673" actId="1076"/>
        <pc:sldMkLst>
          <pc:docMk/>
          <pc:sldMk cId="2178540611" sldId="261"/>
        </pc:sldMkLst>
        <pc:spChg chg="mod">
          <ac:chgData name="Purton, John (STFC,DL,SC)" userId="S::john.purton@stfc.ac.uk::15864267-8896-4111-94ac-95f5e97e7e88" providerId="AD" clId="Web-{C0BEFA4F-A2FF-F5AD-CD5C-522662C9B8FD}" dt="2025-09-12T09:30:09.386" v="670" actId="20577"/>
          <ac:spMkLst>
            <pc:docMk/>
            <pc:sldMk cId="2178540611" sldId="261"/>
            <ac:spMk id="43" creationId="{27B03863-4681-F448-71FA-FB16546C7D0B}"/>
          </ac:spMkLst>
        </pc:spChg>
        <pc:spChg chg="mod">
          <ac:chgData name="Purton, John (STFC,DL,SC)" userId="S::john.purton@stfc.ac.uk::15864267-8896-4111-94ac-95f5e97e7e88" providerId="AD" clId="Web-{C0BEFA4F-A2FF-F5AD-CD5C-522662C9B8FD}" dt="2025-09-12T10:53:22.881" v="673" actId="1076"/>
          <ac:spMkLst>
            <pc:docMk/>
            <pc:sldMk cId="2178540611" sldId="261"/>
            <ac:spMk id="50" creationId="{BA7FBB6B-93B6-694D-63C5-10495309A9DD}"/>
          </ac:spMkLst>
        </pc:spChg>
        <pc:grpChg chg="mod">
          <ac:chgData name="Purton, John (STFC,DL,SC)" userId="S::john.purton@stfc.ac.uk::15864267-8896-4111-94ac-95f5e97e7e88" providerId="AD" clId="Web-{C0BEFA4F-A2FF-F5AD-CD5C-522662C9B8FD}" dt="2025-09-12T09:30:23.496" v="672" actId="1076"/>
          <ac:grpSpMkLst>
            <pc:docMk/>
            <pc:sldMk cId="2178540611" sldId="261"/>
            <ac:grpSpMk id="4" creationId="{299147F4-0015-1C5F-4F6E-B782D70F58A0}"/>
          </ac:grpSpMkLst>
        </pc:grpChg>
      </pc:sldChg>
      <pc:sldChg chg="modSp new">
        <pc:chgData name="Purton, John (STFC,DL,SC)" userId="S::john.purton@stfc.ac.uk::15864267-8896-4111-94ac-95f5e97e7e88" providerId="AD" clId="Web-{C0BEFA4F-A2FF-F5AD-CD5C-522662C9B8FD}" dt="2025-09-12T08:51:36.209" v="136" actId="20577"/>
        <pc:sldMkLst>
          <pc:docMk/>
          <pc:sldMk cId="4001575928" sldId="264"/>
        </pc:sldMkLst>
        <pc:spChg chg="mod">
          <ac:chgData name="Purton, John (STFC,DL,SC)" userId="S::john.purton@stfc.ac.uk::15864267-8896-4111-94ac-95f5e97e7e88" providerId="AD" clId="Web-{C0BEFA4F-A2FF-F5AD-CD5C-522662C9B8FD}" dt="2025-09-12T08:47:43.034" v="44" actId="20577"/>
          <ac:spMkLst>
            <pc:docMk/>
            <pc:sldMk cId="4001575928" sldId="264"/>
            <ac:spMk id="2" creationId="{3E9B2AE0-D318-B7F2-0278-B74614C89FD6}"/>
          </ac:spMkLst>
        </pc:spChg>
        <pc:spChg chg="mod">
          <ac:chgData name="Purton, John (STFC,DL,SC)" userId="S::john.purton@stfc.ac.uk::15864267-8896-4111-94ac-95f5e97e7e88" providerId="AD" clId="Web-{C0BEFA4F-A2FF-F5AD-CD5C-522662C9B8FD}" dt="2025-09-12T08:51:36.209" v="136" actId="20577"/>
          <ac:spMkLst>
            <pc:docMk/>
            <pc:sldMk cId="4001575928" sldId="264"/>
            <ac:spMk id="3" creationId="{525FACA8-A324-6C3E-30F4-222C7D4508E3}"/>
          </ac:spMkLst>
        </pc:spChg>
      </pc:sldChg>
      <pc:sldChg chg="modSp new">
        <pc:chgData name="Purton, John (STFC,DL,SC)" userId="S::john.purton@stfc.ac.uk::15864267-8896-4111-94ac-95f5e97e7e88" providerId="AD" clId="Web-{C0BEFA4F-A2FF-F5AD-CD5C-522662C9B8FD}" dt="2025-09-12T09:13:16.356" v="413" actId="20577"/>
        <pc:sldMkLst>
          <pc:docMk/>
          <pc:sldMk cId="1102812425" sldId="265"/>
        </pc:sldMkLst>
        <pc:spChg chg="mod">
          <ac:chgData name="Purton, John (STFC,DL,SC)" userId="S::john.purton@stfc.ac.uk::15864267-8896-4111-94ac-95f5e97e7e88" providerId="AD" clId="Web-{C0BEFA4F-A2FF-F5AD-CD5C-522662C9B8FD}" dt="2025-09-12T09:08:55.209" v="323" actId="20577"/>
          <ac:spMkLst>
            <pc:docMk/>
            <pc:sldMk cId="1102812425" sldId="265"/>
            <ac:spMk id="2" creationId="{B2784392-B344-D40A-153A-9FD60746A16E}"/>
          </ac:spMkLst>
        </pc:spChg>
        <pc:spChg chg="mod">
          <ac:chgData name="Purton, John (STFC,DL,SC)" userId="S::john.purton@stfc.ac.uk::15864267-8896-4111-94ac-95f5e97e7e88" providerId="AD" clId="Web-{C0BEFA4F-A2FF-F5AD-CD5C-522662C9B8FD}" dt="2025-09-12T09:13:16.356" v="413" actId="20577"/>
          <ac:spMkLst>
            <pc:docMk/>
            <pc:sldMk cId="1102812425" sldId="265"/>
            <ac:spMk id="3" creationId="{864B3524-773E-0119-ACF2-29318E6E38FE}"/>
          </ac:spMkLst>
        </pc:spChg>
      </pc:sldChg>
      <pc:sldChg chg="addSp delSp modSp new">
        <pc:chgData name="Purton, John (STFC,DL,SC)" userId="S::john.purton@stfc.ac.uk::15864267-8896-4111-94ac-95f5e97e7e88" providerId="AD" clId="Web-{C0BEFA4F-A2FF-F5AD-CD5C-522662C9B8FD}" dt="2025-09-12T09:26:13.255" v="592" actId="20577"/>
        <pc:sldMkLst>
          <pc:docMk/>
          <pc:sldMk cId="3471365515" sldId="266"/>
        </pc:sldMkLst>
        <pc:spChg chg="mod">
          <ac:chgData name="Purton, John (STFC,DL,SC)" userId="S::john.purton@stfc.ac.uk::15864267-8896-4111-94ac-95f5e97e7e88" providerId="AD" clId="Web-{C0BEFA4F-A2FF-F5AD-CD5C-522662C9B8FD}" dt="2025-09-12T09:15:36.819" v="427" actId="20577"/>
          <ac:spMkLst>
            <pc:docMk/>
            <pc:sldMk cId="3471365515" sldId="266"/>
            <ac:spMk id="2" creationId="{973F7E34-0882-CC04-5FE0-54B59FD45AA6}"/>
          </ac:spMkLst>
        </pc:spChg>
        <pc:spChg chg="mod">
          <ac:chgData name="Purton, John (STFC,DL,SC)" userId="S::john.purton@stfc.ac.uk::15864267-8896-4111-94ac-95f5e97e7e88" providerId="AD" clId="Web-{C0BEFA4F-A2FF-F5AD-CD5C-522662C9B8FD}" dt="2025-09-12T09:26:13.255" v="592" actId="20577"/>
          <ac:spMkLst>
            <pc:docMk/>
            <pc:sldMk cId="3471365515" sldId="266"/>
            <ac:spMk id="3" creationId="{45B64FF6-194C-62CC-9F9F-F017A69675CE}"/>
          </ac:spMkLst>
        </pc:spChg>
      </pc:sldChg>
      <pc:sldChg chg="addSp modSp new">
        <pc:chgData name="Purton, John (STFC,DL,SC)" userId="S::john.purton@stfc.ac.uk::15864267-8896-4111-94ac-95f5e97e7e88" providerId="AD" clId="Web-{C0BEFA4F-A2FF-F5AD-CD5C-522662C9B8FD}" dt="2025-09-12T14:31:33.269" v="716" actId="20577"/>
        <pc:sldMkLst>
          <pc:docMk/>
          <pc:sldMk cId="2548244567" sldId="267"/>
        </pc:sldMkLst>
        <pc:spChg chg="mod">
          <ac:chgData name="Purton, John (STFC,DL,SC)" userId="S::john.purton@stfc.ac.uk::15864267-8896-4111-94ac-95f5e97e7e88" providerId="AD" clId="Web-{C0BEFA4F-A2FF-F5AD-CD5C-522662C9B8FD}" dt="2025-09-12T09:18:00.215" v="457" actId="20577"/>
          <ac:spMkLst>
            <pc:docMk/>
            <pc:sldMk cId="2548244567" sldId="267"/>
            <ac:spMk id="2" creationId="{3192B119-5C19-F0E7-ADC2-20AE1144ACF4}"/>
          </ac:spMkLst>
        </pc:spChg>
        <pc:spChg chg="mod">
          <ac:chgData name="Purton, John (STFC,DL,SC)" userId="S::john.purton@stfc.ac.uk::15864267-8896-4111-94ac-95f5e97e7e88" providerId="AD" clId="Web-{C0BEFA4F-A2FF-F5AD-CD5C-522662C9B8FD}" dt="2025-09-12T14:31:33.269" v="716" actId="20577"/>
          <ac:spMkLst>
            <pc:docMk/>
            <pc:sldMk cId="2548244567" sldId="267"/>
            <ac:spMk id="3" creationId="{1BD0C957-470D-7998-6D36-97F2D84D8BCB}"/>
          </ac:spMkLst>
        </pc:spChg>
      </pc:sldChg>
    </pc:docChg>
  </pc:docChgLst>
  <pc:docChgLst>
    <pc:chgData name="Purton, John (STFC,DL,SC)" userId="15864267-8896-4111-94ac-95f5e97e7e88" providerId="ADAL" clId="{1FEC96A8-018C-4391-89EE-2C54B44B8A81}"/>
    <pc:docChg chg="custSel addSld delSld modSld">
      <pc:chgData name="Purton, John (STFC,DL,SC)" userId="15864267-8896-4111-94ac-95f5e97e7e88" providerId="ADAL" clId="{1FEC96A8-018C-4391-89EE-2C54B44B8A81}" dt="2025-09-16T14:44:29.309" v="821" actId="20577"/>
      <pc:docMkLst>
        <pc:docMk/>
      </pc:docMkLst>
      <pc:sldChg chg="modSp mod">
        <pc:chgData name="Purton, John (STFC,DL,SC)" userId="15864267-8896-4111-94ac-95f5e97e7e88" providerId="ADAL" clId="{1FEC96A8-018C-4391-89EE-2C54B44B8A81}" dt="2025-09-15T08:18:13.384" v="6" actId="20577"/>
        <pc:sldMkLst>
          <pc:docMk/>
          <pc:sldMk cId="957626493" sldId="257"/>
        </pc:sldMkLst>
        <pc:spChg chg="mod">
          <ac:chgData name="Purton, John (STFC,DL,SC)" userId="15864267-8896-4111-94ac-95f5e97e7e88" providerId="ADAL" clId="{1FEC96A8-018C-4391-89EE-2C54B44B8A81}" dt="2025-09-15T08:18:13.384" v="6" actId="20577"/>
          <ac:spMkLst>
            <pc:docMk/>
            <pc:sldMk cId="957626493" sldId="257"/>
            <ac:spMk id="5" creationId="{7FC4CA45-4D75-E434-F33F-762687CF7864}"/>
          </ac:spMkLst>
        </pc:spChg>
      </pc:sldChg>
      <pc:sldChg chg="modSp mod">
        <pc:chgData name="Purton, John (STFC,DL,SC)" userId="15864267-8896-4111-94ac-95f5e97e7e88" providerId="ADAL" clId="{1FEC96A8-018C-4391-89EE-2C54B44B8A81}" dt="2025-09-15T08:17:57.528" v="1" actId="58"/>
        <pc:sldMkLst>
          <pc:docMk/>
          <pc:sldMk cId="2863475539" sldId="258"/>
        </pc:sldMkLst>
        <pc:spChg chg="mod">
          <ac:chgData name="Purton, John (STFC,DL,SC)" userId="15864267-8896-4111-94ac-95f5e97e7e88" providerId="ADAL" clId="{1FEC96A8-018C-4391-89EE-2C54B44B8A81}" dt="2025-09-15T08:17:57.528" v="1" actId="58"/>
          <ac:spMkLst>
            <pc:docMk/>
            <pc:sldMk cId="2863475539" sldId="258"/>
            <ac:spMk id="5" creationId="{41773382-D39F-99C2-6033-EB8A6AB1BFC3}"/>
          </ac:spMkLst>
        </pc:spChg>
      </pc:sldChg>
      <pc:sldChg chg="modSp mod">
        <pc:chgData name="Purton, John (STFC,DL,SC)" userId="15864267-8896-4111-94ac-95f5e97e7e88" providerId="ADAL" clId="{1FEC96A8-018C-4391-89EE-2C54B44B8A81}" dt="2025-09-15T08:54:50.803" v="411" actId="20577"/>
        <pc:sldMkLst>
          <pc:docMk/>
          <pc:sldMk cId="2486470856" sldId="260"/>
        </pc:sldMkLst>
        <pc:spChg chg="mod">
          <ac:chgData name="Purton, John (STFC,DL,SC)" userId="15864267-8896-4111-94ac-95f5e97e7e88" providerId="ADAL" clId="{1FEC96A8-018C-4391-89EE-2C54B44B8A81}" dt="2025-09-15T08:54:50.803" v="411" actId="20577"/>
          <ac:spMkLst>
            <pc:docMk/>
            <pc:sldMk cId="2486470856" sldId="260"/>
            <ac:spMk id="3" creationId="{527F34A0-35C6-7D0B-66CC-930227712A37}"/>
          </ac:spMkLst>
        </pc:spChg>
      </pc:sldChg>
      <pc:sldChg chg="modSp mod">
        <pc:chgData name="Purton, John (STFC,DL,SC)" userId="15864267-8896-4111-94ac-95f5e97e7e88" providerId="ADAL" clId="{1FEC96A8-018C-4391-89EE-2C54B44B8A81}" dt="2025-09-16T06:56:48.695" v="715" actId="20577"/>
        <pc:sldMkLst>
          <pc:docMk/>
          <pc:sldMk cId="2178540611" sldId="261"/>
        </pc:sldMkLst>
        <pc:spChg chg="mod">
          <ac:chgData name="Purton, John (STFC,DL,SC)" userId="15864267-8896-4111-94ac-95f5e97e7e88" providerId="ADAL" clId="{1FEC96A8-018C-4391-89EE-2C54B44B8A81}" dt="2025-09-16T06:56:48.695" v="715" actId="20577"/>
          <ac:spMkLst>
            <pc:docMk/>
            <pc:sldMk cId="2178540611" sldId="261"/>
            <ac:spMk id="43" creationId="{27B03863-4681-F448-71FA-FB16546C7D0B}"/>
          </ac:spMkLst>
        </pc:spChg>
        <pc:spChg chg="mod">
          <ac:chgData name="Purton, John (STFC,DL,SC)" userId="15864267-8896-4111-94ac-95f5e97e7e88" providerId="ADAL" clId="{1FEC96A8-018C-4391-89EE-2C54B44B8A81}" dt="2025-09-16T06:56:26.299" v="713" actId="1076"/>
          <ac:spMkLst>
            <pc:docMk/>
            <pc:sldMk cId="2178540611" sldId="261"/>
            <ac:spMk id="50" creationId="{BA7FBB6B-93B6-694D-63C5-10495309A9DD}"/>
          </ac:spMkLst>
        </pc:spChg>
      </pc:sldChg>
      <pc:sldChg chg="modSp mod">
        <pc:chgData name="Purton, John (STFC,DL,SC)" userId="15864267-8896-4111-94ac-95f5e97e7e88" providerId="ADAL" clId="{1FEC96A8-018C-4391-89EE-2C54B44B8A81}" dt="2025-09-15T08:24:48.816" v="25" actId="20577"/>
        <pc:sldMkLst>
          <pc:docMk/>
          <pc:sldMk cId="1102812425" sldId="265"/>
        </pc:sldMkLst>
        <pc:spChg chg="mod">
          <ac:chgData name="Purton, John (STFC,DL,SC)" userId="15864267-8896-4111-94ac-95f5e97e7e88" providerId="ADAL" clId="{1FEC96A8-018C-4391-89EE-2C54B44B8A81}" dt="2025-09-15T08:24:48.816" v="25" actId="20577"/>
          <ac:spMkLst>
            <pc:docMk/>
            <pc:sldMk cId="1102812425" sldId="265"/>
            <ac:spMk id="3" creationId="{864B3524-773E-0119-ACF2-29318E6E38FE}"/>
          </ac:spMkLst>
        </pc:spChg>
      </pc:sldChg>
      <pc:sldChg chg="addSp modSp mod setBg">
        <pc:chgData name="Purton, John (STFC,DL,SC)" userId="15864267-8896-4111-94ac-95f5e97e7e88" providerId="ADAL" clId="{1FEC96A8-018C-4391-89EE-2C54B44B8A81}" dt="2025-09-15T08:19:08.105" v="11" actId="26606"/>
        <pc:sldMkLst>
          <pc:docMk/>
          <pc:sldMk cId="3471365515" sldId="266"/>
        </pc:sldMkLst>
        <pc:spChg chg="mod">
          <ac:chgData name="Purton, John (STFC,DL,SC)" userId="15864267-8896-4111-94ac-95f5e97e7e88" providerId="ADAL" clId="{1FEC96A8-018C-4391-89EE-2C54B44B8A81}" dt="2025-09-15T08:19:08.105" v="11" actId="26606"/>
          <ac:spMkLst>
            <pc:docMk/>
            <pc:sldMk cId="3471365515" sldId="266"/>
            <ac:spMk id="2" creationId="{973F7E34-0882-CC04-5FE0-54B59FD45AA6}"/>
          </ac:spMkLst>
        </pc:spChg>
        <pc:spChg chg="mod">
          <ac:chgData name="Purton, John (STFC,DL,SC)" userId="15864267-8896-4111-94ac-95f5e97e7e88" providerId="ADAL" clId="{1FEC96A8-018C-4391-89EE-2C54B44B8A81}" dt="2025-09-15T08:19:08.105" v="11" actId="26606"/>
          <ac:spMkLst>
            <pc:docMk/>
            <pc:sldMk cId="3471365515" sldId="266"/>
            <ac:spMk id="3" creationId="{45B64FF6-194C-62CC-9F9F-F017A69675CE}"/>
          </ac:spMkLst>
        </pc:spChg>
        <pc:spChg chg="add">
          <ac:chgData name="Purton, John (STFC,DL,SC)" userId="15864267-8896-4111-94ac-95f5e97e7e88" providerId="ADAL" clId="{1FEC96A8-018C-4391-89EE-2C54B44B8A81}" dt="2025-09-15T08:19:08.105" v="11" actId="26606"/>
          <ac:spMkLst>
            <pc:docMk/>
            <pc:sldMk cId="3471365515" sldId="266"/>
            <ac:spMk id="10" creationId="{743AA782-23D1-4521-8CAD-47662984AA08}"/>
          </ac:spMkLst>
        </pc:spChg>
        <pc:spChg chg="add">
          <ac:chgData name="Purton, John (STFC,DL,SC)" userId="15864267-8896-4111-94ac-95f5e97e7e88" providerId="ADAL" clId="{1FEC96A8-018C-4391-89EE-2C54B44B8A81}" dt="2025-09-15T08:19:08.105" v="11" actId="26606"/>
          <ac:spMkLst>
            <pc:docMk/>
            <pc:sldMk cId="3471365515" sldId="266"/>
            <ac:spMk id="12" creationId="{650D18FE-0824-4A46-B22C-A86B52E5780A}"/>
          </ac:spMkLst>
        </pc:spChg>
        <pc:picChg chg="add mod">
          <ac:chgData name="Purton, John (STFC,DL,SC)" userId="15864267-8896-4111-94ac-95f5e97e7e88" providerId="ADAL" clId="{1FEC96A8-018C-4391-89EE-2C54B44B8A81}" dt="2025-09-15T08:19:08.105" v="11" actId="26606"/>
          <ac:picMkLst>
            <pc:docMk/>
            <pc:sldMk cId="3471365515" sldId="266"/>
            <ac:picMk id="5" creationId="{ACCB6942-C458-CDCE-A47D-A4AC3FEA3172}"/>
          </ac:picMkLst>
        </pc:picChg>
      </pc:sldChg>
      <pc:sldChg chg="addSp modSp mod setBg">
        <pc:chgData name="Purton, John (STFC,DL,SC)" userId="15864267-8896-4111-94ac-95f5e97e7e88" providerId="ADAL" clId="{1FEC96A8-018C-4391-89EE-2C54B44B8A81}" dt="2025-09-15T08:48:50.534" v="257" actId="20577"/>
        <pc:sldMkLst>
          <pc:docMk/>
          <pc:sldMk cId="2548244567" sldId="267"/>
        </pc:sldMkLst>
        <pc:spChg chg="mod">
          <ac:chgData name="Purton, John (STFC,DL,SC)" userId="15864267-8896-4111-94ac-95f5e97e7e88" providerId="ADAL" clId="{1FEC96A8-018C-4391-89EE-2C54B44B8A81}" dt="2025-09-15T08:47:17.324" v="185" actId="26606"/>
          <ac:spMkLst>
            <pc:docMk/>
            <pc:sldMk cId="2548244567" sldId="267"/>
            <ac:spMk id="2" creationId="{3192B119-5C19-F0E7-ADC2-20AE1144ACF4}"/>
          </ac:spMkLst>
        </pc:spChg>
        <pc:spChg chg="mod">
          <ac:chgData name="Purton, John (STFC,DL,SC)" userId="15864267-8896-4111-94ac-95f5e97e7e88" providerId="ADAL" clId="{1FEC96A8-018C-4391-89EE-2C54B44B8A81}" dt="2025-09-15T08:48:50.534" v="257" actId="20577"/>
          <ac:spMkLst>
            <pc:docMk/>
            <pc:sldMk cId="2548244567" sldId="267"/>
            <ac:spMk id="3" creationId="{1BD0C957-470D-7998-6D36-97F2D84D8BCB}"/>
          </ac:spMkLst>
        </pc:spChg>
        <pc:spChg chg="add">
          <ac:chgData name="Purton, John (STFC,DL,SC)" userId="15864267-8896-4111-94ac-95f5e97e7e88" providerId="ADAL" clId="{1FEC96A8-018C-4391-89EE-2C54B44B8A81}" dt="2025-09-15T08:47:17.324" v="185" actId="26606"/>
          <ac:spMkLst>
            <pc:docMk/>
            <pc:sldMk cId="2548244567" sldId="267"/>
            <ac:spMk id="10" creationId="{743AA782-23D1-4521-8CAD-47662984AA08}"/>
          </ac:spMkLst>
        </pc:spChg>
        <pc:spChg chg="add">
          <ac:chgData name="Purton, John (STFC,DL,SC)" userId="15864267-8896-4111-94ac-95f5e97e7e88" providerId="ADAL" clId="{1FEC96A8-018C-4391-89EE-2C54B44B8A81}" dt="2025-09-15T08:47:17.324" v="185" actId="26606"/>
          <ac:spMkLst>
            <pc:docMk/>
            <pc:sldMk cId="2548244567" sldId="267"/>
            <ac:spMk id="12" creationId="{71877DBC-BB60-40F0-AC93-2ACDBAAE60CE}"/>
          </ac:spMkLst>
        </pc:spChg>
        <pc:picChg chg="add mod">
          <ac:chgData name="Purton, John (STFC,DL,SC)" userId="15864267-8896-4111-94ac-95f5e97e7e88" providerId="ADAL" clId="{1FEC96A8-018C-4391-89EE-2C54B44B8A81}" dt="2025-09-15T08:47:19.807" v="187" actId="962"/>
          <ac:picMkLst>
            <pc:docMk/>
            <pc:sldMk cId="2548244567" sldId="267"/>
            <ac:picMk id="5" creationId="{74CBD361-E59F-9EC2-F1DF-EC21442AF82F}"/>
          </ac:picMkLst>
        </pc:picChg>
      </pc:sldChg>
      <pc:sldChg chg="modSp new mod">
        <pc:chgData name="Purton, John (STFC,DL,SC)" userId="15864267-8896-4111-94ac-95f5e97e7e88" providerId="ADAL" clId="{1FEC96A8-018C-4391-89EE-2C54B44B8A81}" dt="2025-09-15T08:30:28.947" v="180" actId="20577"/>
        <pc:sldMkLst>
          <pc:docMk/>
          <pc:sldMk cId="808186328" sldId="268"/>
        </pc:sldMkLst>
        <pc:spChg chg="mod">
          <ac:chgData name="Purton, John (STFC,DL,SC)" userId="15864267-8896-4111-94ac-95f5e97e7e88" providerId="ADAL" clId="{1FEC96A8-018C-4391-89EE-2C54B44B8A81}" dt="2025-09-15T08:28:07.804" v="49" actId="20577"/>
          <ac:spMkLst>
            <pc:docMk/>
            <pc:sldMk cId="808186328" sldId="268"/>
            <ac:spMk id="2" creationId="{D87652CA-C0E3-47CB-84C9-33F2C3FA2A6A}"/>
          </ac:spMkLst>
        </pc:spChg>
        <pc:spChg chg="mod">
          <ac:chgData name="Purton, John (STFC,DL,SC)" userId="15864267-8896-4111-94ac-95f5e97e7e88" providerId="ADAL" clId="{1FEC96A8-018C-4391-89EE-2C54B44B8A81}" dt="2025-09-15T08:30:28.947" v="180" actId="20577"/>
          <ac:spMkLst>
            <pc:docMk/>
            <pc:sldMk cId="808186328" sldId="268"/>
            <ac:spMk id="3" creationId="{8D785BE4-72B9-F0C8-8338-8C8785E3A3D4}"/>
          </ac:spMkLst>
        </pc:spChg>
      </pc:sldChg>
      <pc:sldChg chg="modSp add mod">
        <pc:chgData name="Purton, John (STFC,DL,SC)" userId="15864267-8896-4111-94ac-95f5e97e7e88" providerId="ADAL" clId="{1FEC96A8-018C-4391-89EE-2C54B44B8A81}" dt="2025-09-15T08:56:10.107" v="428" actId="20577"/>
        <pc:sldMkLst>
          <pc:docMk/>
          <pc:sldMk cId="75866110" sldId="269"/>
        </pc:sldMkLst>
        <pc:spChg chg="mod">
          <ac:chgData name="Purton, John (STFC,DL,SC)" userId="15864267-8896-4111-94ac-95f5e97e7e88" providerId="ADAL" clId="{1FEC96A8-018C-4391-89EE-2C54B44B8A81}" dt="2025-09-15T08:56:10.107" v="428" actId="20577"/>
          <ac:spMkLst>
            <pc:docMk/>
            <pc:sldMk cId="75866110" sldId="269"/>
            <ac:spMk id="3" creationId="{0CA66212-0169-66F7-AFA1-7BAD9DF7F37E}"/>
          </ac:spMkLst>
        </pc:spChg>
      </pc:sldChg>
      <pc:sldChg chg="addSp delSp modSp add mod">
        <pc:chgData name="Purton, John (STFC,DL,SC)" userId="15864267-8896-4111-94ac-95f5e97e7e88" providerId="ADAL" clId="{1FEC96A8-018C-4391-89EE-2C54B44B8A81}" dt="2025-09-16T06:58:15.170" v="736" actId="113"/>
        <pc:sldMkLst>
          <pc:docMk/>
          <pc:sldMk cId="3181749944" sldId="270"/>
        </pc:sldMkLst>
        <pc:spChg chg="mod">
          <ac:chgData name="Purton, John (STFC,DL,SC)" userId="15864267-8896-4111-94ac-95f5e97e7e88" providerId="ADAL" clId="{1FEC96A8-018C-4391-89EE-2C54B44B8A81}" dt="2025-09-15T09:08:55.705" v="493" actId="14100"/>
          <ac:spMkLst>
            <pc:docMk/>
            <pc:sldMk cId="3181749944" sldId="270"/>
            <ac:spMk id="2" creationId="{21412299-E4D5-2A5A-7E26-4FCF0B7A62FE}"/>
          </ac:spMkLst>
        </pc:spChg>
        <pc:spChg chg="mod">
          <ac:chgData name="Purton, John (STFC,DL,SC)" userId="15864267-8896-4111-94ac-95f5e97e7e88" providerId="ADAL" clId="{1FEC96A8-018C-4391-89EE-2C54B44B8A81}" dt="2025-09-16T06:58:15.170" v="736" actId="113"/>
          <ac:spMkLst>
            <pc:docMk/>
            <pc:sldMk cId="3181749944" sldId="270"/>
            <ac:spMk id="3" creationId="{D3B68C33-858F-CAF1-3158-DC637CA9033C}"/>
          </ac:spMkLst>
        </pc:spChg>
        <pc:spChg chg="add mod">
          <ac:chgData name="Purton, John (STFC,DL,SC)" userId="15864267-8896-4111-94ac-95f5e97e7e88" providerId="ADAL" clId="{1FEC96A8-018C-4391-89EE-2C54B44B8A81}" dt="2025-09-15T09:09:01.288" v="494" actId="1076"/>
          <ac:spMkLst>
            <pc:docMk/>
            <pc:sldMk cId="3181749944" sldId="270"/>
            <ac:spMk id="4" creationId="{18F26931-ACC8-C4A6-7145-E2D8046020A5}"/>
          </ac:spMkLst>
        </pc:spChg>
        <pc:picChg chg="add mod">
          <ac:chgData name="Purton, John (STFC,DL,SC)" userId="15864267-8896-4111-94ac-95f5e97e7e88" providerId="ADAL" clId="{1FEC96A8-018C-4391-89EE-2C54B44B8A81}" dt="2025-09-15T09:41:35.021" v="506" actId="1076"/>
          <ac:picMkLst>
            <pc:docMk/>
            <pc:sldMk cId="3181749944" sldId="270"/>
            <ac:picMk id="8" creationId="{53D52F42-55D2-ADAB-E0E2-0FEEDF666020}"/>
          </ac:picMkLst>
        </pc:picChg>
      </pc:sldChg>
      <pc:sldChg chg="addSp modSp new mod">
        <pc:chgData name="Purton, John (STFC,DL,SC)" userId="15864267-8896-4111-94ac-95f5e97e7e88" providerId="ADAL" clId="{1FEC96A8-018C-4391-89EE-2C54B44B8A81}" dt="2025-09-15T10:15:14.036" v="712" actId="1076"/>
        <pc:sldMkLst>
          <pc:docMk/>
          <pc:sldMk cId="4094948108" sldId="271"/>
        </pc:sldMkLst>
        <pc:spChg chg="mod">
          <ac:chgData name="Purton, John (STFC,DL,SC)" userId="15864267-8896-4111-94ac-95f5e97e7e88" providerId="ADAL" clId="{1FEC96A8-018C-4391-89EE-2C54B44B8A81}" dt="2025-09-15T09:50:37.750" v="530" actId="20577"/>
          <ac:spMkLst>
            <pc:docMk/>
            <pc:sldMk cId="4094948108" sldId="271"/>
            <ac:spMk id="2" creationId="{F085AEA5-7ECF-7919-3313-29EDC7BF1A23}"/>
          </ac:spMkLst>
        </pc:spChg>
        <pc:spChg chg="mod">
          <ac:chgData name="Purton, John (STFC,DL,SC)" userId="15864267-8896-4111-94ac-95f5e97e7e88" providerId="ADAL" clId="{1FEC96A8-018C-4391-89EE-2C54B44B8A81}" dt="2025-09-15T10:15:14.036" v="712" actId="1076"/>
          <ac:spMkLst>
            <pc:docMk/>
            <pc:sldMk cId="4094948108" sldId="271"/>
            <ac:spMk id="3" creationId="{99766580-72F7-647E-FE89-8E9D7ED10FFD}"/>
          </ac:spMkLst>
        </pc:spChg>
        <pc:spChg chg="add mod">
          <ac:chgData name="Purton, John (STFC,DL,SC)" userId="15864267-8896-4111-94ac-95f5e97e7e88" providerId="ADAL" clId="{1FEC96A8-018C-4391-89EE-2C54B44B8A81}" dt="2025-09-15T09:56:57.418" v="598" actId="1076"/>
          <ac:spMkLst>
            <pc:docMk/>
            <pc:sldMk cId="4094948108" sldId="271"/>
            <ac:spMk id="4" creationId="{1CABCFED-3445-4B84-0464-04A88F9596BD}"/>
          </ac:spMkLst>
        </pc:spChg>
        <pc:spChg chg="add mod">
          <ac:chgData name="Purton, John (STFC,DL,SC)" userId="15864267-8896-4111-94ac-95f5e97e7e88" providerId="ADAL" clId="{1FEC96A8-018C-4391-89EE-2C54B44B8A81}" dt="2025-09-15T09:58:20.606" v="656" actId="20577"/>
          <ac:spMkLst>
            <pc:docMk/>
            <pc:sldMk cId="4094948108" sldId="271"/>
            <ac:spMk id="5" creationId="{EA105A82-D5FB-7DA5-8411-9898DA9C1681}"/>
          </ac:spMkLst>
        </pc:spChg>
      </pc:sldChg>
      <pc:sldChg chg="modSp new mod">
        <pc:chgData name="Purton, John (STFC,DL,SC)" userId="15864267-8896-4111-94ac-95f5e97e7e88" providerId="ADAL" clId="{1FEC96A8-018C-4391-89EE-2C54B44B8A81}" dt="2025-09-16T14:44:29.309" v="821" actId="20577"/>
        <pc:sldMkLst>
          <pc:docMk/>
          <pc:sldMk cId="871476623" sldId="272"/>
        </pc:sldMkLst>
        <pc:spChg chg="mod">
          <ac:chgData name="Purton, John (STFC,DL,SC)" userId="15864267-8896-4111-94ac-95f5e97e7e88" providerId="ADAL" clId="{1FEC96A8-018C-4391-89EE-2C54B44B8A81}" dt="2025-09-16T07:04:43.735" v="749" actId="20577"/>
          <ac:spMkLst>
            <pc:docMk/>
            <pc:sldMk cId="871476623" sldId="272"/>
            <ac:spMk id="2" creationId="{B87816F8-71A7-EF0F-6D2C-C6524673A46D}"/>
          </ac:spMkLst>
        </pc:spChg>
        <pc:spChg chg="mod">
          <ac:chgData name="Purton, John (STFC,DL,SC)" userId="15864267-8896-4111-94ac-95f5e97e7e88" providerId="ADAL" clId="{1FEC96A8-018C-4391-89EE-2C54B44B8A81}" dt="2025-09-16T14:44:29.309" v="821" actId="20577"/>
          <ac:spMkLst>
            <pc:docMk/>
            <pc:sldMk cId="871476623" sldId="272"/>
            <ac:spMk id="3" creationId="{E0A9540D-F331-92AD-D120-149FB21ED67F}"/>
          </ac:spMkLst>
        </pc:spChg>
      </pc:sldChg>
    </pc:docChg>
  </pc:docChgLst>
  <pc:docChgLst>
    <pc:chgData name="Purton, John (STFC,DL,SC)" userId="S::john.purton@stfc.ac.uk::15864267-8896-4111-94ac-95f5e97e7e88" providerId="AD" clId="Web-{26A82EC7-EA81-C866-35B6-FFD072015080}"/>
    <pc:docChg chg="modSld">
      <pc:chgData name="Purton, John (STFC,DL,SC)" userId="S::john.purton@stfc.ac.uk::15864267-8896-4111-94ac-95f5e97e7e88" providerId="AD" clId="Web-{26A82EC7-EA81-C866-35B6-FFD072015080}" dt="2025-10-06T07:56:33.061" v="15" actId="20577"/>
      <pc:docMkLst>
        <pc:docMk/>
      </pc:docMkLst>
      <pc:sldChg chg="modSp">
        <pc:chgData name="Purton, John (STFC,DL,SC)" userId="S::john.purton@stfc.ac.uk::15864267-8896-4111-94ac-95f5e97e7e88" providerId="AD" clId="Web-{26A82EC7-EA81-C866-35B6-FFD072015080}" dt="2025-10-06T07:56:33.061" v="15" actId="20577"/>
        <pc:sldMkLst>
          <pc:docMk/>
          <pc:sldMk cId="871476623" sldId="272"/>
        </pc:sldMkLst>
        <pc:spChg chg="mod">
          <ac:chgData name="Purton, John (STFC,DL,SC)" userId="S::john.purton@stfc.ac.uk::15864267-8896-4111-94ac-95f5e97e7e88" providerId="AD" clId="Web-{26A82EC7-EA81-C866-35B6-FFD072015080}" dt="2025-10-06T07:56:33.061" v="15" actId="20577"/>
          <ac:spMkLst>
            <pc:docMk/>
            <pc:sldMk cId="871476623" sldId="272"/>
            <ac:spMk id="3" creationId="{E0A9540D-F331-92AD-D120-149FB21ED67F}"/>
          </ac:spMkLst>
        </pc:spChg>
      </pc:sldChg>
    </pc:docChg>
  </pc:docChgLst>
  <pc:docChgLst>
    <pc:chgData name="Purton, John (STFC,DL,SC)" userId="S::john.purton@stfc.ac.uk::15864267-8896-4111-94ac-95f5e97e7e88" providerId="AD" clId="Web-{CF04B164-5191-EFBB-05DA-8EEC25A07B5C}"/>
    <pc:docChg chg="modSld">
      <pc:chgData name="Purton, John (STFC,DL,SC)" userId="S::john.purton@stfc.ac.uk::15864267-8896-4111-94ac-95f5e97e7e88" providerId="AD" clId="Web-{CF04B164-5191-EFBB-05DA-8EEC25A07B5C}" dt="2025-09-12T14:35:28.411" v="56" actId="20577"/>
      <pc:docMkLst>
        <pc:docMk/>
      </pc:docMkLst>
      <pc:sldChg chg="delSp modSp">
        <pc:chgData name="Purton, John (STFC,DL,SC)" userId="S::john.purton@stfc.ac.uk::15864267-8896-4111-94ac-95f5e97e7e88" providerId="AD" clId="Web-{CF04B164-5191-EFBB-05DA-8EEC25A07B5C}" dt="2025-09-12T14:35:28.411" v="56" actId="20577"/>
        <pc:sldMkLst>
          <pc:docMk/>
          <pc:sldMk cId="2548244567" sldId="267"/>
        </pc:sldMkLst>
        <pc:spChg chg="mod">
          <ac:chgData name="Purton, John (STFC,DL,SC)" userId="S::john.purton@stfc.ac.uk::15864267-8896-4111-94ac-95f5e97e7e88" providerId="AD" clId="Web-{CF04B164-5191-EFBB-05DA-8EEC25A07B5C}" dt="2025-09-12T14:35:28.411" v="56" actId="20577"/>
          <ac:spMkLst>
            <pc:docMk/>
            <pc:sldMk cId="2548244567" sldId="267"/>
            <ac:spMk id="3" creationId="{1BD0C957-470D-7998-6D36-97F2D84D8BC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30DC65-F483-4B84-8AED-25E95F0AB706}" type="datetimeFigureOut">
              <a:rPr lang="en-GB" smtClean="0"/>
              <a:t>06/10/2025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5C3E16-17FE-479F-AF98-6641C0D937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5930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5C3E16-17FE-479F-AF98-6641C0D937D2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04869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3FA51-148B-A983-32EF-D6635341E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43FBCC-3CF8-16A5-8BDB-C2CD0E9177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824C9A-8665-9F69-4A07-0F652A2EDE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730F80-9D6B-6228-86EC-711DA22BD9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5C3E16-17FE-479F-AF98-6641C0D937D2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22500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7C701-8E78-4F55-85CB-812AD32B4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3F73F4-14DB-E305-6BEA-0838D850EC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4023E3-9068-D9E8-0D30-C76694497D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5DA988-D40C-2776-15A8-C2C3F3254F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5C3E16-17FE-479F-AF98-6641C0D937D2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16989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21AA4-58F5-EE3D-9D6C-3EB0B427C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69E2F7-378B-B95C-56C0-EEBAD7ADF7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AE3784-F22F-985E-268F-47DDCCA7FC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61AC99-B2D7-92FF-D26B-C694E16E80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5C3E16-17FE-479F-AF98-6641C0D937D2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5859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0D299-B89B-95BA-42A9-E0263AF579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EC5378-30F6-A11F-99B4-9D2CE330EF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A0EE11-B6EB-BD6E-BFA9-60C8972BC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AA86A-BACC-4854-9C50-916723398D90}" type="datetimeFigureOut">
              <a:rPr lang="en-GB" smtClean="0"/>
              <a:t>06/10/2025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8F2780-DD9C-719F-F301-3EA096AEF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669292-8C5E-84E1-D38A-149881A7B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5D520-6787-4206-9715-065B48704D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0527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24D37-7391-6E85-E5A1-E3F085DA9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6035F-4AC7-FE77-C0B6-792A216E87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161E4B-FC58-BB8F-8079-7CC4F736C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AA86A-BACC-4854-9C50-916723398D90}" type="datetimeFigureOut">
              <a:rPr lang="en-GB" smtClean="0"/>
              <a:t>06/10/2025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44A6F5-A7CD-F360-F1CB-0778AB347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0D4FC3-75C0-C47B-6C22-AE71532A2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5D520-6787-4206-9715-065B48704D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8296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CAD03-0E75-C394-0815-0CCA47B12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511CD3-5FAC-5EB8-18C8-F73A063FED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2ABA8-74D2-010A-300B-AC3365D17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AA86A-BACC-4854-9C50-916723398D90}" type="datetimeFigureOut">
              <a:rPr lang="en-GB" smtClean="0"/>
              <a:t>06/10/2025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5A1D28-9925-74EC-8911-8E5F94284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0FE1F9-F95D-74B9-D1DB-FD93770E8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5D520-6787-4206-9715-065B48704D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1535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84E66-9AE6-0665-35DB-8A431BFEF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A3F1EA-9B63-017F-436E-357D1F0BDB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8C3E27-A32B-EB5D-43EB-335CA8A6F5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FFF917-268B-5359-824B-D1F1EBB59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AA86A-BACC-4854-9C50-916723398D90}" type="datetimeFigureOut">
              <a:rPr lang="en-GB" smtClean="0"/>
              <a:t>06/10/2025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D838C7-3369-B2BE-9133-487F23636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F1065B-52EB-AA99-106B-0FA08D358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5D520-6787-4206-9715-065B48704D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5234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5EDA0-9FA5-4BD5-4138-52B519489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69038A-1175-69DB-12B9-D69129A94E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CAB9D0-CF09-F2CC-B1EC-0A821FDB3F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083768-39C3-FA7D-8B07-A85A8E2CFA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E738F8-05CE-C699-5ED4-FD6E485DA6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DFD3DC-2B7E-9724-47A6-3CB198395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AA86A-BACC-4854-9C50-916723398D90}" type="datetimeFigureOut">
              <a:rPr lang="en-GB" smtClean="0"/>
              <a:t>06/10/2025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300F49-53C7-FA67-F379-5C38AC620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FE9BE7-9145-A723-3366-72CE7F2CB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5D520-6787-4206-9715-065B48704D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4912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3DF1E-8078-B407-E775-C1D971E1D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8DCA43-086A-FDDC-F36B-5ABF40998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AA86A-BACC-4854-9C50-916723398D90}" type="datetimeFigureOut">
              <a:rPr lang="en-GB" smtClean="0"/>
              <a:t>06/10/2025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2C968C-EA49-2056-5ABA-F29BF53C6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EE653-EE88-5F4B-A8E6-E8D10F354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5D520-6787-4206-9715-065B48704D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7159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0EA1F3-9187-7A4C-E890-6137FE2CC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AA86A-BACC-4854-9C50-916723398D90}" type="datetimeFigureOut">
              <a:rPr lang="en-GB" smtClean="0"/>
              <a:t>06/10/2025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6FBD58-0E83-6D72-F9B5-6BC5E1D53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32DB11-83A7-BAF6-2519-F75222D21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5D520-6787-4206-9715-065B48704D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91426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0E976-160F-1F44-5E55-D5AAEB44D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254D2-C84D-066D-8687-4F1CD2ADAB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873ACE-8866-6EF5-C17F-F773C5909F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82D060-4403-EC63-09F4-78D8FD248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AA86A-BACC-4854-9C50-916723398D90}" type="datetimeFigureOut">
              <a:rPr lang="en-GB" smtClean="0"/>
              <a:t>06/10/2025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C92865-1E79-4840-0881-B4AAB14D1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5DF05C-FF2A-C73C-6672-1953341BD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5D520-6787-4206-9715-065B48704D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0983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70328-4D8B-18D0-C128-29556D27F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A6EA4D-47CD-0B07-63B2-5EAE7BDA05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70EDF7-AADF-52B0-F70F-2378395F21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C6075E-9F69-75E9-360D-8760CE9F3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AA86A-BACC-4854-9C50-916723398D90}" type="datetimeFigureOut">
              <a:rPr lang="en-GB" smtClean="0"/>
              <a:t>06/10/2025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3A947E-CA9A-BF08-4265-5CC1DC675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79C6CE-9142-B9CF-4D8D-993C37294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5D520-6787-4206-9715-065B48704D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0205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92A87-B001-4416-D00A-EEBD7C7F9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FC2C90-35AF-2AC1-8729-E690F724E7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99F0EA-0864-1290-45CE-1DB132B07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AA86A-BACC-4854-9C50-916723398D90}" type="datetimeFigureOut">
              <a:rPr lang="en-GB" smtClean="0"/>
              <a:t>06/10/2025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044F69-188D-6BA3-53D1-68CD5FCC9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189FEB-2165-087A-FFF0-F9FB28B0B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5D520-6787-4206-9715-065B48704D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4637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C4D4F9-EE31-20CE-AE08-1A2160A7B1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A892DF-9623-2609-B3CD-78EAD027DB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C79240-E8F8-590E-B15E-E2FF774AF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AA86A-BACC-4854-9C50-916723398D90}" type="datetimeFigureOut">
              <a:rPr lang="en-GB" smtClean="0"/>
              <a:t>06/10/2025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F3232D-11CD-6C17-4448-385A3D1C5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249F-625C-4343-46A1-28DB1CF31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5D520-6787-4206-9715-065B48704D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759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301D65-02DE-70B1-DE1A-733B93019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E63A6F-D1FB-2526-7C3C-7FFC40E974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296C9B-CAEE-B56F-8F8A-AAB161C690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3AA86A-BACC-4854-9C50-916723398D90}" type="datetimeFigureOut">
              <a:rPr lang="en-GB" smtClean="0"/>
              <a:t>06/10/2025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195F42-53E1-3E10-C385-F0CA90C839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56169D-D7BC-AC50-E30D-587CD727D5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D5D520-6787-4206-9715-065B48704D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8395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00CB8-16B3-077E-A1FB-9D6D3B3546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Optimisation of configurations for CCP-NC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974126-C43D-0852-EED0-AEAED523D8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John Purton and Kane Shenton</a:t>
            </a:r>
          </a:p>
        </p:txBody>
      </p:sp>
    </p:spTree>
    <p:extLst>
      <p:ext uri="{BB962C8B-B14F-4D97-AF65-F5344CB8AC3E}">
        <p14:creationId xmlns:p14="http://schemas.microsoft.com/office/powerpoint/2010/main" val="137064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B2AE0-D318-B7F2-0278-B74614C89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5FACA8-A324-6C3E-30F4-222C7D4508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Quality of MACE-MP potentials</a:t>
            </a:r>
          </a:p>
          <a:p>
            <a:r>
              <a:rPr lang="en-US" dirty="0"/>
              <a:t>Monte Carlo</a:t>
            </a:r>
          </a:p>
          <a:p>
            <a:r>
              <a:rPr lang="en-US"/>
              <a:t>AIRSS style calculation</a:t>
            </a:r>
          </a:p>
          <a:p>
            <a:r>
              <a:rPr lang="en-US" dirty="0"/>
              <a:t>Basin Hopping with modifications</a:t>
            </a:r>
          </a:p>
          <a:p>
            <a:r>
              <a:rPr lang="en-US"/>
              <a:t>Weighting of NMR spectra</a:t>
            </a:r>
          </a:p>
          <a:p>
            <a:r>
              <a:rPr lang="en-US" dirty="0"/>
              <a:t>Availability of the code</a:t>
            </a:r>
          </a:p>
        </p:txBody>
      </p:sp>
    </p:spTree>
    <p:extLst>
      <p:ext uri="{BB962C8B-B14F-4D97-AF65-F5344CB8AC3E}">
        <p14:creationId xmlns:p14="http://schemas.microsoft.com/office/powerpoint/2010/main" val="4001575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6B18C-850F-A37D-1293-382F704A5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Checking mace models: LBFGS 1.0e</a:t>
            </a:r>
            <a:r>
              <a:rPr lang="en-GB" baseline="30000" dirty="0"/>
              <a:t>-3</a:t>
            </a:r>
            <a:r>
              <a:rPr lang="en-GB" dirty="0"/>
              <a:t> </a:t>
            </a:r>
            <a:r>
              <a:rPr lang="en-GB" dirty="0" err="1"/>
              <a:t>tol</a:t>
            </a:r>
            <a:r>
              <a:rPr lang="en-GB" dirty="0"/>
              <a:t> MACE-MP-0a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93B6D84-1A81-71ED-F603-183E7EF8A2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8838179"/>
              </p:ext>
            </p:extLst>
          </p:nvPr>
        </p:nvGraphicFramePr>
        <p:xfrm>
          <a:off x="838200" y="1825625"/>
          <a:ext cx="105156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10421105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980414495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15446518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583021487"/>
                    </a:ext>
                  </a:extLst>
                </a:gridCol>
                <a:gridCol w="1769533">
                  <a:extLst>
                    <a:ext uri="{9D8B030D-6E8A-4147-A177-3AD203B41FA5}">
                      <a16:colId xmlns:a16="http://schemas.microsoft.com/office/drawing/2014/main" val="1151644857"/>
                    </a:ext>
                  </a:extLst>
                </a:gridCol>
                <a:gridCol w="1735667">
                  <a:extLst>
                    <a:ext uri="{9D8B030D-6E8A-4147-A177-3AD203B41FA5}">
                      <a16:colId xmlns:a16="http://schemas.microsoft.com/office/drawing/2014/main" val="7650482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A=b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energy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09625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small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float64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36.5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13.299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30.494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-1723.176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12584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small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float32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36.4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13.299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30.494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-1723.176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53837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float64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121.3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13.297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30.491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-1723.653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45341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large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Float64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292.1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13.291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30.477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-1722.755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5034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large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Float32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292.1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13.291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30.477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-1722.755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250365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FC4CA45-4D75-E434-F33F-762687CF7864}"/>
              </a:ext>
            </a:extLst>
          </p:cNvPr>
          <p:cNvSpPr txBox="1"/>
          <p:nvPr/>
        </p:nvSpPr>
        <p:spPr>
          <a:xfrm>
            <a:off x="897467" y="4394201"/>
            <a:ext cx="1000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Expt</a:t>
            </a:r>
            <a:r>
              <a:rPr lang="en-GB" dirty="0"/>
              <a:t> a=b=13.200 c=30.267  (K</a:t>
            </a:r>
            <a:r>
              <a:rPr lang="en-GB" baseline="-25000" dirty="0"/>
              <a:t>10</a:t>
            </a:r>
            <a:r>
              <a:rPr lang="en-GB" dirty="0"/>
              <a:t>)Al</a:t>
            </a:r>
            <a:r>
              <a:rPr lang="en-GB" baseline="-25000" dirty="0"/>
              <a:t>10</a:t>
            </a:r>
            <a:r>
              <a:rPr lang="en-GB" dirty="0"/>
              <a:t>Si</a:t>
            </a:r>
            <a:r>
              <a:rPr lang="en-GB" baseline="-25000" dirty="0"/>
              <a:t>72</a:t>
            </a:r>
            <a:r>
              <a:rPr lang="en-GB" dirty="0"/>
              <a:t>O</a:t>
            </a:r>
            <a:r>
              <a:rPr lang="en-GB" baseline="-25000" dirty="0"/>
              <a:t>144 </a:t>
            </a:r>
            <a:r>
              <a:rPr lang="en-GB" dirty="0"/>
              <a:t> 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830476-CF8B-8B52-D3BB-29BA1536C328}"/>
              </a:ext>
            </a:extLst>
          </p:cNvPr>
          <p:cNvSpPr txBox="1"/>
          <p:nvPr/>
        </p:nvSpPr>
        <p:spPr>
          <a:xfrm>
            <a:off x="912518" y="5070592"/>
            <a:ext cx="1040459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/>
              <a:t>The "small" model for these systems may provide a computationally efficient approach for these systems but need new fits.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Float32 causes problems with MC selection.</a:t>
            </a:r>
          </a:p>
        </p:txBody>
      </p:sp>
    </p:spTree>
    <p:extLst>
      <p:ext uri="{BB962C8B-B14F-4D97-AF65-F5344CB8AC3E}">
        <p14:creationId xmlns:p14="http://schemas.microsoft.com/office/powerpoint/2010/main" val="9576264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20DB9-5930-B4B5-72BF-7C2407D91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Different model: LBFGS, medium models, float64, </a:t>
            </a:r>
            <a:r>
              <a:rPr lang="en-GB" dirty="0" err="1"/>
              <a:t>tol</a:t>
            </a:r>
            <a:r>
              <a:rPr lang="en-GB" dirty="0"/>
              <a:t> 1.0e</a:t>
            </a:r>
            <a:r>
              <a:rPr lang="en-GB" baseline="30000" dirty="0"/>
              <a:t>-3 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0783A40-F9AC-985A-E4DF-65031B0638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9606393"/>
              </p:ext>
            </p:extLst>
          </p:nvPr>
        </p:nvGraphicFramePr>
        <p:xfrm>
          <a:off x="838200" y="1825625"/>
          <a:ext cx="10515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330299106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20343887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82776565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45981278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7913566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Energy 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iterations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34487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Mp-ob3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13.293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30.481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-1722.690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28508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Mpa-0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13.297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30.491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-1724.239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8179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Omat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13.280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30.451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-1723.921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5173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Matpes-r2scan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13.172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30.203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-2198.468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419785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1773382-D39F-99C2-6033-EB8A6AB1BFC3}"/>
              </a:ext>
            </a:extLst>
          </p:cNvPr>
          <p:cNvSpPr txBox="1"/>
          <p:nvPr/>
        </p:nvSpPr>
        <p:spPr>
          <a:xfrm>
            <a:off x="841023" y="5842942"/>
            <a:ext cx="1000760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dirty="0" err="1"/>
              <a:t>Expt</a:t>
            </a:r>
            <a:r>
              <a:rPr lang="en-GB" dirty="0"/>
              <a:t> a=b=13.200 c=30.267  (K</a:t>
            </a:r>
            <a:r>
              <a:rPr lang="en-GB" baseline="-25000" dirty="0"/>
              <a:t>10</a:t>
            </a:r>
            <a:r>
              <a:rPr lang="en-GB" dirty="0"/>
              <a:t>)Al</a:t>
            </a:r>
            <a:r>
              <a:rPr lang="en-GB" baseline="-25000" dirty="0"/>
              <a:t>10</a:t>
            </a:r>
            <a:r>
              <a:rPr lang="en-GB" dirty="0"/>
              <a:t>Si</a:t>
            </a:r>
            <a:r>
              <a:rPr lang="en-GB" baseline="-25000" dirty="0"/>
              <a:t>72</a:t>
            </a:r>
            <a:r>
              <a:rPr lang="en-GB" dirty="0"/>
              <a:t>O</a:t>
            </a:r>
            <a:r>
              <a:rPr lang="en-GB" baseline="-25000" dirty="0"/>
              <a:t>144 </a:t>
            </a:r>
            <a:r>
              <a:rPr lang="en-GB" dirty="0"/>
              <a:t> 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AF2298-DFEB-6FC1-CD82-49DCB192AF34}"/>
              </a:ext>
            </a:extLst>
          </p:cNvPr>
          <p:cNvSpPr txBox="1"/>
          <p:nvPr/>
        </p:nvSpPr>
        <p:spPr>
          <a:xfrm>
            <a:off x="891886" y="4190999"/>
            <a:ext cx="104428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Matpes-r2scan is closest to experiment and used in all subsequent calculations (only "large" available).</a:t>
            </a:r>
          </a:p>
        </p:txBody>
      </p:sp>
    </p:spTree>
    <p:extLst>
      <p:ext uri="{BB962C8B-B14F-4D97-AF65-F5344CB8AC3E}">
        <p14:creationId xmlns:p14="http://schemas.microsoft.com/office/powerpoint/2010/main" val="2863475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84392-B344-D40A-153A-9FD60746A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 of caution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4B3524-773E-0119-ACF2-29318E6E38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Tests on STA30 </a:t>
            </a:r>
            <a:r>
              <a:rPr lang="en-GB" dirty="0" err="1"/>
              <a:t>Si:Al</a:t>
            </a:r>
            <a:r>
              <a:rPr lang="en-GB" dirty="0"/>
              <a:t> ratio 6:1 with H counter ion</a:t>
            </a:r>
          </a:p>
          <a:p>
            <a:r>
              <a:rPr lang="en-GB" dirty="0"/>
              <a:t>Only BFGS can find a minimum. LBFGS/FIRE fail to converge!</a:t>
            </a:r>
          </a:p>
          <a:p>
            <a:r>
              <a:rPr lang="en-GB" dirty="0"/>
              <a:t>Problems when using MD</a:t>
            </a:r>
          </a:p>
          <a:p>
            <a:r>
              <a:rPr lang="en-GB" dirty="0"/>
              <a:t>Off-the-shelf potentials don’t appear to be suitable. May be fitted to different materials?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2812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526F4-B862-5A4C-C95C-EFB341AFC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Programming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99147F4-0015-1C5F-4F6E-B782D70F58A0}"/>
              </a:ext>
            </a:extLst>
          </p:cNvPr>
          <p:cNvGrpSpPr/>
          <p:nvPr/>
        </p:nvGrpSpPr>
        <p:grpSpPr>
          <a:xfrm>
            <a:off x="6594324" y="2059214"/>
            <a:ext cx="4614333" cy="1778000"/>
            <a:chOff x="5708160" y="3945240"/>
            <a:chExt cx="1620000" cy="57240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88AD6BC-3843-E1C6-8161-946E7172CB09}"/>
                </a:ext>
              </a:extLst>
            </p:cNvPr>
            <p:cNvGrpSpPr/>
            <p:nvPr/>
          </p:nvGrpSpPr>
          <p:grpSpPr>
            <a:xfrm>
              <a:off x="5708160" y="3945240"/>
              <a:ext cx="662400" cy="572400"/>
              <a:chOff x="5708160" y="3945240"/>
              <a:chExt cx="662400" cy="572400"/>
            </a:xfrm>
          </p:grpSpPr>
          <p:sp>
            <p:nvSpPr>
              <p:cNvPr id="26" name="Freeform 61">
                <a:extLst>
                  <a:ext uri="{FF2B5EF4-FFF2-40B4-BE49-F238E27FC236}">
                    <a16:creationId xmlns:a16="http://schemas.microsoft.com/office/drawing/2014/main" id="{1E9F19F6-F3FA-491F-8447-1D289F679A4F}"/>
                  </a:ext>
                </a:extLst>
              </p:cNvPr>
              <p:cNvSpPr/>
              <p:nvPr/>
            </p:nvSpPr>
            <p:spPr>
              <a:xfrm>
                <a:off x="5708160" y="3945240"/>
                <a:ext cx="662400" cy="572400"/>
              </a:xfrm>
              <a:custGeom>
                <a:avLst/>
                <a:gdLst>
                  <a:gd name="f0" fmla="val 0"/>
                  <a:gd name="f1" fmla="val 21600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l" t="t" r="r" b="b"/>
                <a:pathLst>
                  <a:path w="21600" h="21600">
                    <a:moveTo>
                      <a:pt x="f0" y="f0"/>
                    </a:moveTo>
                    <a:lnTo>
                      <a:pt x="f1" y="f0"/>
                    </a:lnTo>
                    <a:lnTo>
                      <a:pt x="f1" y="f1"/>
                    </a:lnTo>
                    <a:lnTo>
                      <a:pt x="f0" y="f1"/>
                    </a:lnTo>
                    <a:lnTo>
                      <a:pt x="f0" y="f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</a:ln>
            </p:spPr>
            <p:txBody>
              <a:bodyPr wrap="none" lIns="90000" tIns="45000" rIns="90000" bIns="45000" anchor="ctr" anchorCtr="0" compatLnSpc="0">
                <a:noAutofit/>
              </a:bodyPr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GB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27" name="Freeform 62">
                <a:extLst>
                  <a:ext uri="{FF2B5EF4-FFF2-40B4-BE49-F238E27FC236}">
                    <a16:creationId xmlns:a16="http://schemas.microsoft.com/office/drawing/2014/main" id="{EDC983AE-DE22-3787-8E7E-A4A4D68D027A}"/>
                  </a:ext>
                </a:extLst>
              </p:cNvPr>
              <p:cNvSpPr/>
              <p:nvPr/>
            </p:nvSpPr>
            <p:spPr>
              <a:xfrm>
                <a:off x="5754240" y="3979080"/>
                <a:ext cx="114480" cy="105120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*/ 5419351 1 1725033"/>
                  <a:gd name="f6" fmla="*/ 10800 10800 1"/>
                  <a:gd name="f7" fmla="+- 0 0 0"/>
                  <a:gd name="f8" fmla="+- 0 0 360"/>
                  <a:gd name="f9" fmla="val 10800"/>
                  <a:gd name="f10" fmla="*/ f3 1 21600"/>
                  <a:gd name="f11" fmla="*/ f4 1 21600"/>
                  <a:gd name="f12" fmla="*/ 0 f5 1"/>
                  <a:gd name="f13" fmla="*/ f7 f0 1"/>
                  <a:gd name="f14" fmla="*/ f8 f0 1"/>
                  <a:gd name="f15" fmla="*/ 3163 f10 1"/>
                  <a:gd name="f16" fmla="*/ 18437 f10 1"/>
                  <a:gd name="f17" fmla="*/ 18437 f11 1"/>
                  <a:gd name="f18" fmla="*/ 3163 f11 1"/>
                  <a:gd name="f19" fmla="*/ f12 1 f2"/>
                  <a:gd name="f20" fmla="*/ f13 1 f2"/>
                  <a:gd name="f21" fmla="*/ f14 1 f2"/>
                  <a:gd name="f22" fmla="*/ 10800 f10 1"/>
                  <a:gd name="f23" fmla="*/ 0 f11 1"/>
                  <a:gd name="f24" fmla="*/ 0 f10 1"/>
                  <a:gd name="f25" fmla="*/ 10800 f11 1"/>
                  <a:gd name="f26" fmla="*/ 21600 f11 1"/>
                  <a:gd name="f27" fmla="*/ 21600 f10 1"/>
                  <a:gd name="f28" fmla="+- 0 0 f19"/>
                  <a:gd name="f29" fmla="+- f20 0 f1"/>
                  <a:gd name="f30" fmla="+- f21 0 f1"/>
                  <a:gd name="f31" fmla="*/ f28 f0 1"/>
                  <a:gd name="f32" fmla="+- f30 0 f29"/>
                  <a:gd name="f33" fmla="*/ f31 1 f5"/>
                  <a:gd name="f34" fmla="+- f33 0 f1"/>
                  <a:gd name="f35" fmla="cos 1 f34"/>
                  <a:gd name="f36" fmla="sin 1 f34"/>
                  <a:gd name="f37" fmla="+- 0 0 f35"/>
                  <a:gd name="f38" fmla="+- 0 0 f36"/>
                  <a:gd name="f39" fmla="*/ 10800 f37 1"/>
                  <a:gd name="f40" fmla="*/ 10800 f38 1"/>
                  <a:gd name="f41" fmla="*/ f39 f39 1"/>
                  <a:gd name="f42" fmla="*/ f40 f40 1"/>
                  <a:gd name="f43" fmla="+- f41 f42 0"/>
                  <a:gd name="f44" fmla="sqrt f43"/>
                  <a:gd name="f45" fmla="*/ f6 1 f44"/>
                  <a:gd name="f46" fmla="*/ f37 f45 1"/>
                  <a:gd name="f47" fmla="*/ f38 f45 1"/>
                  <a:gd name="f48" fmla="+- 10800 0 f46"/>
                  <a:gd name="f49" fmla="+- 10800 0 f47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22" y="f23"/>
                  </a:cxn>
                  <a:cxn ang="f29">
                    <a:pos x="f15" y="f18"/>
                  </a:cxn>
                  <a:cxn ang="f29">
                    <a:pos x="f24" y="f25"/>
                  </a:cxn>
                  <a:cxn ang="f29">
                    <a:pos x="f15" y="f17"/>
                  </a:cxn>
                  <a:cxn ang="f29">
                    <a:pos x="f22" y="f26"/>
                  </a:cxn>
                  <a:cxn ang="f29">
                    <a:pos x="f16" y="f17"/>
                  </a:cxn>
                  <a:cxn ang="f29">
                    <a:pos x="f27" y="f25"/>
                  </a:cxn>
                  <a:cxn ang="f29">
                    <a:pos x="f16" y="f18"/>
                  </a:cxn>
                </a:cxnLst>
                <a:rect l="f15" t="f18" r="f16" b="f17"/>
                <a:pathLst>
                  <a:path w="21600" h="21600">
                    <a:moveTo>
                      <a:pt x="f48" y="f49"/>
                    </a:moveTo>
                    <a:arcTo wR="f9" hR="f9" stAng="f29" swAng="f32"/>
                    <a:close/>
                  </a:path>
                </a:pathLst>
              </a:custGeom>
              <a:solidFill>
                <a:srgbClr val="FFFF00"/>
              </a:solidFill>
              <a:ln w="0">
                <a:solidFill>
                  <a:srgbClr val="FFFF00"/>
                </a:solidFill>
                <a:prstDash val="solid"/>
              </a:ln>
            </p:spPr>
            <p:txBody>
              <a:bodyPr wrap="none" lIns="90000" tIns="45000" rIns="90000" bIns="45000" anchor="ctr" anchorCtr="0" compatLnSpc="0">
                <a:noAutofit/>
              </a:bodyPr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GB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28" name="Freeform 63">
                <a:extLst>
                  <a:ext uri="{FF2B5EF4-FFF2-40B4-BE49-F238E27FC236}">
                    <a16:creationId xmlns:a16="http://schemas.microsoft.com/office/drawing/2014/main" id="{6980DD6B-7A04-EE28-816A-A11DF099ABD6}"/>
                  </a:ext>
                </a:extLst>
              </p:cNvPr>
              <p:cNvSpPr/>
              <p:nvPr/>
            </p:nvSpPr>
            <p:spPr>
              <a:xfrm>
                <a:off x="5907960" y="3979080"/>
                <a:ext cx="114480" cy="105120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*/ 5419351 1 1725033"/>
                  <a:gd name="f6" fmla="*/ 10800 10800 1"/>
                  <a:gd name="f7" fmla="+- 0 0 0"/>
                  <a:gd name="f8" fmla="+- 0 0 360"/>
                  <a:gd name="f9" fmla="val 10800"/>
                  <a:gd name="f10" fmla="*/ f3 1 21600"/>
                  <a:gd name="f11" fmla="*/ f4 1 21600"/>
                  <a:gd name="f12" fmla="*/ 0 f5 1"/>
                  <a:gd name="f13" fmla="*/ f7 f0 1"/>
                  <a:gd name="f14" fmla="*/ f8 f0 1"/>
                  <a:gd name="f15" fmla="*/ 3163 f10 1"/>
                  <a:gd name="f16" fmla="*/ 18437 f10 1"/>
                  <a:gd name="f17" fmla="*/ 18437 f11 1"/>
                  <a:gd name="f18" fmla="*/ 3163 f11 1"/>
                  <a:gd name="f19" fmla="*/ f12 1 f2"/>
                  <a:gd name="f20" fmla="*/ f13 1 f2"/>
                  <a:gd name="f21" fmla="*/ f14 1 f2"/>
                  <a:gd name="f22" fmla="*/ 10800 f10 1"/>
                  <a:gd name="f23" fmla="*/ 0 f11 1"/>
                  <a:gd name="f24" fmla="*/ 0 f10 1"/>
                  <a:gd name="f25" fmla="*/ 10800 f11 1"/>
                  <a:gd name="f26" fmla="*/ 21600 f11 1"/>
                  <a:gd name="f27" fmla="*/ 21600 f10 1"/>
                  <a:gd name="f28" fmla="+- 0 0 f19"/>
                  <a:gd name="f29" fmla="+- f20 0 f1"/>
                  <a:gd name="f30" fmla="+- f21 0 f1"/>
                  <a:gd name="f31" fmla="*/ f28 f0 1"/>
                  <a:gd name="f32" fmla="+- f30 0 f29"/>
                  <a:gd name="f33" fmla="*/ f31 1 f5"/>
                  <a:gd name="f34" fmla="+- f33 0 f1"/>
                  <a:gd name="f35" fmla="cos 1 f34"/>
                  <a:gd name="f36" fmla="sin 1 f34"/>
                  <a:gd name="f37" fmla="+- 0 0 f35"/>
                  <a:gd name="f38" fmla="+- 0 0 f36"/>
                  <a:gd name="f39" fmla="*/ 10800 f37 1"/>
                  <a:gd name="f40" fmla="*/ 10800 f38 1"/>
                  <a:gd name="f41" fmla="*/ f39 f39 1"/>
                  <a:gd name="f42" fmla="*/ f40 f40 1"/>
                  <a:gd name="f43" fmla="+- f41 f42 0"/>
                  <a:gd name="f44" fmla="sqrt f43"/>
                  <a:gd name="f45" fmla="*/ f6 1 f44"/>
                  <a:gd name="f46" fmla="*/ f37 f45 1"/>
                  <a:gd name="f47" fmla="*/ f38 f45 1"/>
                  <a:gd name="f48" fmla="+- 10800 0 f46"/>
                  <a:gd name="f49" fmla="+- 10800 0 f47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22" y="f23"/>
                  </a:cxn>
                  <a:cxn ang="f29">
                    <a:pos x="f15" y="f18"/>
                  </a:cxn>
                  <a:cxn ang="f29">
                    <a:pos x="f24" y="f25"/>
                  </a:cxn>
                  <a:cxn ang="f29">
                    <a:pos x="f15" y="f17"/>
                  </a:cxn>
                  <a:cxn ang="f29">
                    <a:pos x="f22" y="f26"/>
                  </a:cxn>
                  <a:cxn ang="f29">
                    <a:pos x="f16" y="f17"/>
                  </a:cxn>
                  <a:cxn ang="f29">
                    <a:pos x="f27" y="f25"/>
                  </a:cxn>
                  <a:cxn ang="f29">
                    <a:pos x="f16" y="f18"/>
                  </a:cxn>
                </a:cxnLst>
                <a:rect l="f15" t="f18" r="f16" b="f17"/>
                <a:pathLst>
                  <a:path w="21600" h="21600">
                    <a:moveTo>
                      <a:pt x="f48" y="f49"/>
                    </a:moveTo>
                    <a:arcTo wR="f9" hR="f9" stAng="f29" swAng="f32"/>
                    <a:close/>
                  </a:path>
                </a:pathLst>
              </a:custGeom>
              <a:solidFill>
                <a:srgbClr val="0000FF"/>
              </a:solidFill>
              <a:ln w="0">
                <a:solidFill>
                  <a:srgbClr val="0000FF"/>
                </a:solidFill>
                <a:prstDash val="solid"/>
              </a:ln>
            </p:spPr>
            <p:txBody>
              <a:bodyPr wrap="none" lIns="90000" tIns="45000" rIns="90000" bIns="45000" anchor="ctr" anchorCtr="0" compatLnSpc="0">
                <a:noAutofit/>
              </a:bodyPr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GB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29" name="Freeform 64">
                <a:extLst>
                  <a:ext uri="{FF2B5EF4-FFF2-40B4-BE49-F238E27FC236}">
                    <a16:creationId xmlns:a16="http://schemas.microsoft.com/office/drawing/2014/main" id="{49847607-6BD6-660B-7F13-F9DE6D8BD2B8}"/>
                  </a:ext>
                </a:extLst>
              </p:cNvPr>
              <p:cNvSpPr/>
              <p:nvPr/>
            </p:nvSpPr>
            <p:spPr>
              <a:xfrm>
                <a:off x="6061320" y="3979080"/>
                <a:ext cx="114840" cy="105120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*/ 5419351 1 1725033"/>
                  <a:gd name="f6" fmla="*/ 10800 10800 1"/>
                  <a:gd name="f7" fmla="+- 0 0 0"/>
                  <a:gd name="f8" fmla="+- 0 0 360"/>
                  <a:gd name="f9" fmla="val 10800"/>
                  <a:gd name="f10" fmla="*/ f3 1 21600"/>
                  <a:gd name="f11" fmla="*/ f4 1 21600"/>
                  <a:gd name="f12" fmla="*/ 0 f5 1"/>
                  <a:gd name="f13" fmla="*/ f7 f0 1"/>
                  <a:gd name="f14" fmla="*/ f8 f0 1"/>
                  <a:gd name="f15" fmla="*/ 3163 f10 1"/>
                  <a:gd name="f16" fmla="*/ 18437 f10 1"/>
                  <a:gd name="f17" fmla="*/ 18437 f11 1"/>
                  <a:gd name="f18" fmla="*/ 3163 f11 1"/>
                  <a:gd name="f19" fmla="*/ f12 1 f2"/>
                  <a:gd name="f20" fmla="*/ f13 1 f2"/>
                  <a:gd name="f21" fmla="*/ f14 1 f2"/>
                  <a:gd name="f22" fmla="*/ 10800 f10 1"/>
                  <a:gd name="f23" fmla="*/ 0 f11 1"/>
                  <a:gd name="f24" fmla="*/ 0 f10 1"/>
                  <a:gd name="f25" fmla="*/ 10800 f11 1"/>
                  <a:gd name="f26" fmla="*/ 21600 f11 1"/>
                  <a:gd name="f27" fmla="*/ 21600 f10 1"/>
                  <a:gd name="f28" fmla="+- 0 0 f19"/>
                  <a:gd name="f29" fmla="+- f20 0 f1"/>
                  <a:gd name="f30" fmla="+- f21 0 f1"/>
                  <a:gd name="f31" fmla="*/ f28 f0 1"/>
                  <a:gd name="f32" fmla="+- f30 0 f29"/>
                  <a:gd name="f33" fmla="*/ f31 1 f5"/>
                  <a:gd name="f34" fmla="+- f33 0 f1"/>
                  <a:gd name="f35" fmla="cos 1 f34"/>
                  <a:gd name="f36" fmla="sin 1 f34"/>
                  <a:gd name="f37" fmla="+- 0 0 f35"/>
                  <a:gd name="f38" fmla="+- 0 0 f36"/>
                  <a:gd name="f39" fmla="*/ 10800 f37 1"/>
                  <a:gd name="f40" fmla="*/ 10800 f38 1"/>
                  <a:gd name="f41" fmla="*/ f39 f39 1"/>
                  <a:gd name="f42" fmla="*/ f40 f40 1"/>
                  <a:gd name="f43" fmla="+- f41 f42 0"/>
                  <a:gd name="f44" fmla="sqrt f43"/>
                  <a:gd name="f45" fmla="*/ f6 1 f44"/>
                  <a:gd name="f46" fmla="*/ f37 f45 1"/>
                  <a:gd name="f47" fmla="*/ f38 f45 1"/>
                  <a:gd name="f48" fmla="+- 10800 0 f46"/>
                  <a:gd name="f49" fmla="+- 10800 0 f47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22" y="f23"/>
                  </a:cxn>
                  <a:cxn ang="f29">
                    <a:pos x="f15" y="f18"/>
                  </a:cxn>
                  <a:cxn ang="f29">
                    <a:pos x="f24" y="f25"/>
                  </a:cxn>
                  <a:cxn ang="f29">
                    <a:pos x="f15" y="f17"/>
                  </a:cxn>
                  <a:cxn ang="f29">
                    <a:pos x="f22" y="f26"/>
                  </a:cxn>
                  <a:cxn ang="f29">
                    <a:pos x="f16" y="f17"/>
                  </a:cxn>
                  <a:cxn ang="f29">
                    <a:pos x="f27" y="f25"/>
                  </a:cxn>
                  <a:cxn ang="f29">
                    <a:pos x="f16" y="f18"/>
                  </a:cxn>
                </a:cxnLst>
                <a:rect l="f15" t="f18" r="f16" b="f17"/>
                <a:pathLst>
                  <a:path w="21600" h="21600">
                    <a:moveTo>
                      <a:pt x="f48" y="f49"/>
                    </a:moveTo>
                    <a:arcTo wR="f9" hR="f9" stAng="f29" swAng="f32"/>
                    <a:close/>
                  </a:path>
                </a:pathLst>
              </a:custGeom>
              <a:solidFill>
                <a:srgbClr val="FFFF00"/>
              </a:solidFill>
              <a:ln w="0">
                <a:solidFill>
                  <a:srgbClr val="FFFF00"/>
                </a:solidFill>
                <a:prstDash val="solid"/>
              </a:ln>
            </p:spPr>
            <p:txBody>
              <a:bodyPr wrap="none" lIns="90000" tIns="45000" rIns="90000" bIns="45000" anchor="ctr" anchorCtr="0" compatLnSpc="0">
                <a:noAutofit/>
              </a:bodyPr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GB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30" name="Freeform 65">
                <a:extLst>
                  <a:ext uri="{FF2B5EF4-FFF2-40B4-BE49-F238E27FC236}">
                    <a16:creationId xmlns:a16="http://schemas.microsoft.com/office/drawing/2014/main" id="{7DCDA33E-98FC-4E35-F425-894FE9E94C24}"/>
                  </a:ext>
                </a:extLst>
              </p:cNvPr>
              <p:cNvSpPr/>
              <p:nvPr/>
            </p:nvSpPr>
            <p:spPr>
              <a:xfrm>
                <a:off x="6215040" y="3979080"/>
                <a:ext cx="114480" cy="105120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*/ 5419351 1 1725033"/>
                  <a:gd name="f6" fmla="*/ 10800 10800 1"/>
                  <a:gd name="f7" fmla="+- 0 0 0"/>
                  <a:gd name="f8" fmla="+- 0 0 360"/>
                  <a:gd name="f9" fmla="val 10800"/>
                  <a:gd name="f10" fmla="*/ f3 1 21600"/>
                  <a:gd name="f11" fmla="*/ f4 1 21600"/>
                  <a:gd name="f12" fmla="*/ 0 f5 1"/>
                  <a:gd name="f13" fmla="*/ f7 f0 1"/>
                  <a:gd name="f14" fmla="*/ f8 f0 1"/>
                  <a:gd name="f15" fmla="*/ 3163 f10 1"/>
                  <a:gd name="f16" fmla="*/ 18437 f10 1"/>
                  <a:gd name="f17" fmla="*/ 18437 f11 1"/>
                  <a:gd name="f18" fmla="*/ 3163 f11 1"/>
                  <a:gd name="f19" fmla="*/ f12 1 f2"/>
                  <a:gd name="f20" fmla="*/ f13 1 f2"/>
                  <a:gd name="f21" fmla="*/ f14 1 f2"/>
                  <a:gd name="f22" fmla="*/ 10800 f10 1"/>
                  <a:gd name="f23" fmla="*/ 0 f11 1"/>
                  <a:gd name="f24" fmla="*/ 0 f10 1"/>
                  <a:gd name="f25" fmla="*/ 10800 f11 1"/>
                  <a:gd name="f26" fmla="*/ 21600 f11 1"/>
                  <a:gd name="f27" fmla="*/ 21600 f10 1"/>
                  <a:gd name="f28" fmla="+- 0 0 f19"/>
                  <a:gd name="f29" fmla="+- f20 0 f1"/>
                  <a:gd name="f30" fmla="+- f21 0 f1"/>
                  <a:gd name="f31" fmla="*/ f28 f0 1"/>
                  <a:gd name="f32" fmla="+- f30 0 f29"/>
                  <a:gd name="f33" fmla="*/ f31 1 f5"/>
                  <a:gd name="f34" fmla="+- f33 0 f1"/>
                  <a:gd name="f35" fmla="cos 1 f34"/>
                  <a:gd name="f36" fmla="sin 1 f34"/>
                  <a:gd name="f37" fmla="+- 0 0 f35"/>
                  <a:gd name="f38" fmla="+- 0 0 f36"/>
                  <a:gd name="f39" fmla="*/ 10800 f37 1"/>
                  <a:gd name="f40" fmla="*/ 10800 f38 1"/>
                  <a:gd name="f41" fmla="*/ f39 f39 1"/>
                  <a:gd name="f42" fmla="*/ f40 f40 1"/>
                  <a:gd name="f43" fmla="+- f41 f42 0"/>
                  <a:gd name="f44" fmla="sqrt f43"/>
                  <a:gd name="f45" fmla="*/ f6 1 f44"/>
                  <a:gd name="f46" fmla="*/ f37 f45 1"/>
                  <a:gd name="f47" fmla="*/ f38 f45 1"/>
                  <a:gd name="f48" fmla="+- 10800 0 f46"/>
                  <a:gd name="f49" fmla="+- 10800 0 f47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22" y="f23"/>
                  </a:cxn>
                  <a:cxn ang="f29">
                    <a:pos x="f15" y="f18"/>
                  </a:cxn>
                  <a:cxn ang="f29">
                    <a:pos x="f24" y="f25"/>
                  </a:cxn>
                  <a:cxn ang="f29">
                    <a:pos x="f15" y="f17"/>
                  </a:cxn>
                  <a:cxn ang="f29">
                    <a:pos x="f22" y="f26"/>
                  </a:cxn>
                  <a:cxn ang="f29">
                    <a:pos x="f16" y="f17"/>
                  </a:cxn>
                  <a:cxn ang="f29">
                    <a:pos x="f27" y="f25"/>
                  </a:cxn>
                  <a:cxn ang="f29">
                    <a:pos x="f16" y="f18"/>
                  </a:cxn>
                </a:cxnLst>
                <a:rect l="f15" t="f18" r="f16" b="f17"/>
                <a:pathLst>
                  <a:path w="21600" h="21600">
                    <a:moveTo>
                      <a:pt x="f48" y="f49"/>
                    </a:moveTo>
                    <a:arcTo wR="f9" hR="f9" stAng="f29" swAng="f32"/>
                    <a:close/>
                  </a:path>
                </a:pathLst>
              </a:custGeom>
              <a:solidFill>
                <a:srgbClr val="0000FF"/>
              </a:solidFill>
              <a:ln w="0">
                <a:solidFill>
                  <a:srgbClr val="0000FF"/>
                </a:solidFill>
                <a:prstDash val="solid"/>
              </a:ln>
            </p:spPr>
            <p:txBody>
              <a:bodyPr wrap="none" lIns="90000" tIns="45000" rIns="90000" bIns="45000" anchor="ctr" anchorCtr="0" compatLnSpc="0">
                <a:noAutofit/>
              </a:bodyPr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GB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31" name="Freeform 66">
                <a:extLst>
                  <a:ext uri="{FF2B5EF4-FFF2-40B4-BE49-F238E27FC236}">
                    <a16:creationId xmlns:a16="http://schemas.microsoft.com/office/drawing/2014/main" id="{275393E7-CA62-A118-B338-5082B415C1FA}"/>
                  </a:ext>
                </a:extLst>
              </p:cNvPr>
              <p:cNvSpPr/>
              <p:nvPr/>
            </p:nvSpPr>
            <p:spPr>
              <a:xfrm>
                <a:off x="5754600" y="4110479"/>
                <a:ext cx="114480" cy="105120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*/ 5419351 1 1725033"/>
                  <a:gd name="f6" fmla="*/ 10800 10800 1"/>
                  <a:gd name="f7" fmla="+- 0 0 0"/>
                  <a:gd name="f8" fmla="+- 0 0 360"/>
                  <a:gd name="f9" fmla="val 10800"/>
                  <a:gd name="f10" fmla="*/ f3 1 21600"/>
                  <a:gd name="f11" fmla="*/ f4 1 21600"/>
                  <a:gd name="f12" fmla="*/ 0 f5 1"/>
                  <a:gd name="f13" fmla="*/ f7 f0 1"/>
                  <a:gd name="f14" fmla="*/ f8 f0 1"/>
                  <a:gd name="f15" fmla="*/ 3163 f10 1"/>
                  <a:gd name="f16" fmla="*/ 18437 f10 1"/>
                  <a:gd name="f17" fmla="*/ 18437 f11 1"/>
                  <a:gd name="f18" fmla="*/ 3163 f11 1"/>
                  <a:gd name="f19" fmla="*/ f12 1 f2"/>
                  <a:gd name="f20" fmla="*/ f13 1 f2"/>
                  <a:gd name="f21" fmla="*/ f14 1 f2"/>
                  <a:gd name="f22" fmla="*/ 10800 f10 1"/>
                  <a:gd name="f23" fmla="*/ 0 f11 1"/>
                  <a:gd name="f24" fmla="*/ 0 f10 1"/>
                  <a:gd name="f25" fmla="*/ 10800 f11 1"/>
                  <a:gd name="f26" fmla="*/ 21600 f11 1"/>
                  <a:gd name="f27" fmla="*/ 21600 f10 1"/>
                  <a:gd name="f28" fmla="+- 0 0 f19"/>
                  <a:gd name="f29" fmla="+- f20 0 f1"/>
                  <a:gd name="f30" fmla="+- f21 0 f1"/>
                  <a:gd name="f31" fmla="*/ f28 f0 1"/>
                  <a:gd name="f32" fmla="+- f30 0 f29"/>
                  <a:gd name="f33" fmla="*/ f31 1 f5"/>
                  <a:gd name="f34" fmla="+- f33 0 f1"/>
                  <a:gd name="f35" fmla="cos 1 f34"/>
                  <a:gd name="f36" fmla="sin 1 f34"/>
                  <a:gd name="f37" fmla="+- 0 0 f35"/>
                  <a:gd name="f38" fmla="+- 0 0 f36"/>
                  <a:gd name="f39" fmla="*/ 10800 f37 1"/>
                  <a:gd name="f40" fmla="*/ 10800 f38 1"/>
                  <a:gd name="f41" fmla="*/ f39 f39 1"/>
                  <a:gd name="f42" fmla="*/ f40 f40 1"/>
                  <a:gd name="f43" fmla="+- f41 f42 0"/>
                  <a:gd name="f44" fmla="sqrt f43"/>
                  <a:gd name="f45" fmla="*/ f6 1 f44"/>
                  <a:gd name="f46" fmla="*/ f37 f45 1"/>
                  <a:gd name="f47" fmla="*/ f38 f45 1"/>
                  <a:gd name="f48" fmla="+- 10800 0 f46"/>
                  <a:gd name="f49" fmla="+- 10800 0 f47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22" y="f23"/>
                  </a:cxn>
                  <a:cxn ang="f29">
                    <a:pos x="f15" y="f18"/>
                  </a:cxn>
                  <a:cxn ang="f29">
                    <a:pos x="f24" y="f25"/>
                  </a:cxn>
                  <a:cxn ang="f29">
                    <a:pos x="f15" y="f17"/>
                  </a:cxn>
                  <a:cxn ang="f29">
                    <a:pos x="f22" y="f26"/>
                  </a:cxn>
                  <a:cxn ang="f29">
                    <a:pos x="f16" y="f17"/>
                  </a:cxn>
                  <a:cxn ang="f29">
                    <a:pos x="f27" y="f25"/>
                  </a:cxn>
                  <a:cxn ang="f29">
                    <a:pos x="f16" y="f18"/>
                  </a:cxn>
                </a:cxnLst>
                <a:rect l="f15" t="f18" r="f16" b="f17"/>
                <a:pathLst>
                  <a:path w="21600" h="21600">
                    <a:moveTo>
                      <a:pt x="f48" y="f49"/>
                    </a:moveTo>
                    <a:arcTo wR="f9" hR="f9" stAng="f29" swAng="f32"/>
                    <a:close/>
                  </a:path>
                </a:pathLst>
              </a:custGeom>
              <a:solidFill>
                <a:srgbClr val="0000FF"/>
              </a:solidFill>
              <a:ln w="0">
                <a:solidFill>
                  <a:srgbClr val="0000FF"/>
                </a:solidFill>
                <a:prstDash val="solid"/>
              </a:ln>
            </p:spPr>
            <p:txBody>
              <a:bodyPr wrap="none" lIns="90000" tIns="45000" rIns="90000" bIns="45000" anchor="ctr" anchorCtr="0" compatLnSpc="0">
                <a:noAutofit/>
              </a:bodyPr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GB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32" name="Freeform 67">
                <a:extLst>
                  <a:ext uri="{FF2B5EF4-FFF2-40B4-BE49-F238E27FC236}">
                    <a16:creationId xmlns:a16="http://schemas.microsoft.com/office/drawing/2014/main" id="{8C8526F0-9EDB-79F5-112E-E18E258A4534}"/>
                  </a:ext>
                </a:extLst>
              </p:cNvPr>
              <p:cNvSpPr/>
              <p:nvPr/>
            </p:nvSpPr>
            <p:spPr>
              <a:xfrm>
                <a:off x="5907960" y="4110479"/>
                <a:ext cx="114480" cy="105120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*/ 5419351 1 1725033"/>
                  <a:gd name="f6" fmla="*/ 10800 10800 1"/>
                  <a:gd name="f7" fmla="+- 0 0 0"/>
                  <a:gd name="f8" fmla="+- 0 0 360"/>
                  <a:gd name="f9" fmla="val 10800"/>
                  <a:gd name="f10" fmla="*/ f3 1 21600"/>
                  <a:gd name="f11" fmla="*/ f4 1 21600"/>
                  <a:gd name="f12" fmla="*/ 0 f5 1"/>
                  <a:gd name="f13" fmla="*/ f7 f0 1"/>
                  <a:gd name="f14" fmla="*/ f8 f0 1"/>
                  <a:gd name="f15" fmla="*/ 3163 f10 1"/>
                  <a:gd name="f16" fmla="*/ 18437 f10 1"/>
                  <a:gd name="f17" fmla="*/ 18437 f11 1"/>
                  <a:gd name="f18" fmla="*/ 3163 f11 1"/>
                  <a:gd name="f19" fmla="*/ f12 1 f2"/>
                  <a:gd name="f20" fmla="*/ f13 1 f2"/>
                  <a:gd name="f21" fmla="*/ f14 1 f2"/>
                  <a:gd name="f22" fmla="*/ 10800 f10 1"/>
                  <a:gd name="f23" fmla="*/ 0 f11 1"/>
                  <a:gd name="f24" fmla="*/ 0 f10 1"/>
                  <a:gd name="f25" fmla="*/ 10800 f11 1"/>
                  <a:gd name="f26" fmla="*/ 21600 f11 1"/>
                  <a:gd name="f27" fmla="*/ 21600 f10 1"/>
                  <a:gd name="f28" fmla="+- 0 0 f19"/>
                  <a:gd name="f29" fmla="+- f20 0 f1"/>
                  <a:gd name="f30" fmla="+- f21 0 f1"/>
                  <a:gd name="f31" fmla="*/ f28 f0 1"/>
                  <a:gd name="f32" fmla="+- f30 0 f29"/>
                  <a:gd name="f33" fmla="*/ f31 1 f5"/>
                  <a:gd name="f34" fmla="+- f33 0 f1"/>
                  <a:gd name="f35" fmla="cos 1 f34"/>
                  <a:gd name="f36" fmla="sin 1 f34"/>
                  <a:gd name="f37" fmla="+- 0 0 f35"/>
                  <a:gd name="f38" fmla="+- 0 0 f36"/>
                  <a:gd name="f39" fmla="*/ 10800 f37 1"/>
                  <a:gd name="f40" fmla="*/ 10800 f38 1"/>
                  <a:gd name="f41" fmla="*/ f39 f39 1"/>
                  <a:gd name="f42" fmla="*/ f40 f40 1"/>
                  <a:gd name="f43" fmla="+- f41 f42 0"/>
                  <a:gd name="f44" fmla="sqrt f43"/>
                  <a:gd name="f45" fmla="*/ f6 1 f44"/>
                  <a:gd name="f46" fmla="*/ f37 f45 1"/>
                  <a:gd name="f47" fmla="*/ f38 f45 1"/>
                  <a:gd name="f48" fmla="+- 10800 0 f46"/>
                  <a:gd name="f49" fmla="+- 10800 0 f47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22" y="f23"/>
                  </a:cxn>
                  <a:cxn ang="f29">
                    <a:pos x="f15" y="f18"/>
                  </a:cxn>
                  <a:cxn ang="f29">
                    <a:pos x="f24" y="f25"/>
                  </a:cxn>
                  <a:cxn ang="f29">
                    <a:pos x="f15" y="f17"/>
                  </a:cxn>
                  <a:cxn ang="f29">
                    <a:pos x="f22" y="f26"/>
                  </a:cxn>
                  <a:cxn ang="f29">
                    <a:pos x="f16" y="f17"/>
                  </a:cxn>
                  <a:cxn ang="f29">
                    <a:pos x="f27" y="f25"/>
                  </a:cxn>
                  <a:cxn ang="f29">
                    <a:pos x="f16" y="f18"/>
                  </a:cxn>
                </a:cxnLst>
                <a:rect l="f15" t="f18" r="f16" b="f17"/>
                <a:pathLst>
                  <a:path w="21600" h="21600">
                    <a:moveTo>
                      <a:pt x="f48" y="f49"/>
                    </a:moveTo>
                    <a:arcTo wR="f9" hR="f9" stAng="f29" swAng="f32"/>
                    <a:close/>
                  </a:path>
                </a:pathLst>
              </a:custGeom>
              <a:solidFill>
                <a:srgbClr val="0000FF"/>
              </a:solidFill>
              <a:ln w="0">
                <a:solidFill>
                  <a:srgbClr val="0000FF"/>
                </a:solidFill>
                <a:prstDash val="solid"/>
              </a:ln>
            </p:spPr>
            <p:txBody>
              <a:bodyPr wrap="none" lIns="90000" tIns="45000" rIns="90000" bIns="45000" anchor="ctr" anchorCtr="0" compatLnSpc="0">
                <a:noAutofit/>
              </a:bodyPr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GB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33" name="Freeform 68">
                <a:extLst>
                  <a:ext uri="{FF2B5EF4-FFF2-40B4-BE49-F238E27FC236}">
                    <a16:creationId xmlns:a16="http://schemas.microsoft.com/office/drawing/2014/main" id="{2C1A9061-D0DA-4F49-A515-6855AA32BD2F}"/>
                  </a:ext>
                </a:extLst>
              </p:cNvPr>
              <p:cNvSpPr/>
              <p:nvPr/>
            </p:nvSpPr>
            <p:spPr>
              <a:xfrm>
                <a:off x="6061320" y="4110479"/>
                <a:ext cx="114840" cy="105120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*/ 5419351 1 1725033"/>
                  <a:gd name="f6" fmla="*/ 10800 10800 1"/>
                  <a:gd name="f7" fmla="+- 0 0 0"/>
                  <a:gd name="f8" fmla="+- 0 0 360"/>
                  <a:gd name="f9" fmla="val 10800"/>
                  <a:gd name="f10" fmla="*/ f3 1 21600"/>
                  <a:gd name="f11" fmla="*/ f4 1 21600"/>
                  <a:gd name="f12" fmla="*/ 0 f5 1"/>
                  <a:gd name="f13" fmla="*/ f7 f0 1"/>
                  <a:gd name="f14" fmla="*/ f8 f0 1"/>
                  <a:gd name="f15" fmla="*/ 3163 f10 1"/>
                  <a:gd name="f16" fmla="*/ 18437 f10 1"/>
                  <a:gd name="f17" fmla="*/ 18437 f11 1"/>
                  <a:gd name="f18" fmla="*/ 3163 f11 1"/>
                  <a:gd name="f19" fmla="*/ f12 1 f2"/>
                  <a:gd name="f20" fmla="*/ f13 1 f2"/>
                  <a:gd name="f21" fmla="*/ f14 1 f2"/>
                  <a:gd name="f22" fmla="*/ 10800 f10 1"/>
                  <a:gd name="f23" fmla="*/ 0 f11 1"/>
                  <a:gd name="f24" fmla="*/ 0 f10 1"/>
                  <a:gd name="f25" fmla="*/ 10800 f11 1"/>
                  <a:gd name="f26" fmla="*/ 21600 f11 1"/>
                  <a:gd name="f27" fmla="*/ 21600 f10 1"/>
                  <a:gd name="f28" fmla="+- 0 0 f19"/>
                  <a:gd name="f29" fmla="+- f20 0 f1"/>
                  <a:gd name="f30" fmla="+- f21 0 f1"/>
                  <a:gd name="f31" fmla="*/ f28 f0 1"/>
                  <a:gd name="f32" fmla="+- f30 0 f29"/>
                  <a:gd name="f33" fmla="*/ f31 1 f5"/>
                  <a:gd name="f34" fmla="+- f33 0 f1"/>
                  <a:gd name="f35" fmla="cos 1 f34"/>
                  <a:gd name="f36" fmla="sin 1 f34"/>
                  <a:gd name="f37" fmla="+- 0 0 f35"/>
                  <a:gd name="f38" fmla="+- 0 0 f36"/>
                  <a:gd name="f39" fmla="*/ 10800 f37 1"/>
                  <a:gd name="f40" fmla="*/ 10800 f38 1"/>
                  <a:gd name="f41" fmla="*/ f39 f39 1"/>
                  <a:gd name="f42" fmla="*/ f40 f40 1"/>
                  <a:gd name="f43" fmla="+- f41 f42 0"/>
                  <a:gd name="f44" fmla="sqrt f43"/>
                  <a:gd name="f45" fmla="*/ f6 1 f44"/>
                  <a:gd name="f46" fmla="*/ f37 f45 1"/>
                  <a:gd name="f47" fmla="*/ f38 f45 1"/>
                  <a:gd name="f48" fmla="+- 10800 0 f46"/>
                  <a:gd name="f49" fmla="+- 10800 0 f47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22" y="f23"/>
                  </a:cxn>
                  <a:cxn ang="f29">
                    <a:pos x="f15" y="f18"/>
                  </a:cxn>
                  <a:cxn ang="f29">
                    <a:pos x="f24" y="f25"/>
                  </a:cxn>
                  <a:cxn ang="f29">
                    <a:pos x="f15" y="f17"/>
                  </a:cxn>
                  <a:cxn ang="f29">
                    <a:pos x="f22" y="f26"/>
                  </a:cxn>
                  <a:cxn ang="f29">
                    <a:pos x="f16" y="f17"/>
                  </a:cxn>
                  <a:cxn ang="f29">
                    <a:pos x="f27" y="f25"/>
                  </a:cxn>
                  <a:cxn ang="f29">
                    <a:pos x="f16" y="f18"/>
                  </a:cxn>
                </a:cxnLst>
                <a:rect l="f15" t="f18" r="f16" b="f17"/>
                <a:pathLst>
                  <a:path w="21600" h="21600">
                    <a:moveTo>
                      <a:pt x="f48" y="f49"/>
                    </a:moveTo>
                    <a:arcTo wR="f9" hR="f9" stAng="f29" swAng="f32"/>
                    <a:close/>
                  </a:path>
                </a:pathLst>
              </a:custGeom>
              <a:solidFill>
                <a:srgbClr val="FFFF00"/>
              </a:solidFill>
              <a:ln w="0">
                <a:solidFill>
                  <a:srgbClr val="FFFF00"/>
                </a:solidFill>
                <a:prstDash val="solid"/>
              </a:ln>
            </p:spPr>
            <p:txBody>
              <a:bodyPr wrap="none" lIns="90000" tIns="45000" rIns="90000" bIns="45000" anchor="ctr" anchorCtr="0" compatLnSpc="0">
                <a:noAutofit/>
              </a:bodyPr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GB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34" name="Freeform 69">
                <a:extLst>
                  <a:ext uri="{FF2B5EF4-FFF2-40B4-BE49-F238E27FC236}">
                    <a16:creationId xmlns:a16="http://schemas.microsoft.com/office/drawing/2014/main" id="{0AA381A9-57BA-5EE8-3DCE-6EF28014D74A}"/>
                  </a:ext>
                </a:extLst>
              </p:cNvPr>
              <p:cNvSpPr/>
              <p:nvPr/>
            </p:nvSpPr>
            <p:spPr>
              <a:xfrm>
                <a:off x="6215040" y="4110479"/>
                <a:ext cx="114480" cy="105120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*/ 5419351 1 1725033"/>
                  <a:gd name="f6" fmla="*/ 10800 10800 1"/>
                  <a:gd name="f7" fmla="+- 0 0 0"/>
                  <a:gd name="f8" fmla="+- 0 0 360"/>
                  <a:gd name="f9" fmla="val 10800"/>
                  <a:gd name="f10" fmla="*/ f3 1 21600"/>
                  <a:gd name="f11" fmla="*/ f4 1 21600"/>
                  <a:gd name="f12" fmla="*/ 0 f5 1"/>
                  <a:gd name="f13" fmla="*/ f7 f0 1"/>
                  <a:gd name="f14" fmla="*/ f8 f0 1"/>
                  <a:gd name="f15" fmla="*/ 3163 f10 1"/>
                  <a:gd name="f16" fmla="*/ 18437 f10 1"/>
                  <a:gd name="f17" fmla="*/ 18437 f11 1"/>
                  <a:gd name="f18" fmla="*/ 3163 f11 1"/>
                  <a:gd name="f19" fmla="*/ f12 1 f2"/>
                  <a:gd name="f20" fmla="*/ f13 1 f2"/>
                  <a:gd name="f21" fmla="*/ f14 1 f2"/>
                  <a:gd name="f22" fmla="*/ 10800 f10 1"/>
                  <a:gd name="f23" fmla="*/ 0 f11 1"/>
                  <a:gd name="f24" fmla="*/ 0 f10 1"/>
                  <a:gd name="f25" fmla="*/ 10800 f11 1"/>
                  <a:gd name="f26" fmla="*/ 21600 f11 1"/>
                  <a:gd name="f27" fmla="*/ 21600 f10 1"/>
                  <a:gd name="f28" fmla="+- 0 0 f19"/>
                  <a:gd name="f29" fmla="+- f20 0 f1"/>
                  <a:gd name="f30" fmla="+- f21 0 f1"/>
                  <a:gd name="f31" fmla="*/ f28 f0 1"/>
                  <a:gd name="f32" fmla="+- f30 0 f29"/>
                  <a:gd name="f33" fmla="*/ f31 1 f5"/>
                  <a:gd name="f34" fmla="+- f33 0 f1"/>
                  <a:gd name="f35" fmla="cos 1 f34"/>
                  <a:gd name="f36" fmla="sin 1 f34"/>
                  <a:gd name="f37" fmla="+- 0 0 f35"/>
                  <a:gd name="f38" fmla="+- 0 0 f36"/>
                  <a:gd name="f39" fmla="*/ 10800 f37 1"/>
                  <a:gd name="f40" fmla="*/ 10800 f38 1"/>
                  <a:gd name="f41" fmla="*/ f39 f39 1"/>
                  <a:gd name="f42" fmla="*/ f40 f40 1"/>
                  <a:gd name="f43" fmla="+- f41 f42 0"/>
                  <a:gd name="f44" fmla="sqrt f43"/>
                  <a:gd name="f45" fmla="*/ f6 1 f44"/>
                  <a:gd name="f46" fmla="*/ f37 f45 1"/>
                  <a:gd name="f47" fmla="*/ f38 f45 1"/>
                  <a:gd name="f48" fmla="+- 10800 0 f46"/>
                  <a:gd name="f49" fmla="+- 10800 0 f47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22" y="f23"/>
                  </a:cxn>
                  <a:cxn ang="f29">
                    <a:pos x="f15" y="f18"/>
                  </a:cxn>
                  <a:cxn ang="f29">
                    <a:pos x="f24" y="f25"/>
                  </a:cxn>
                  <a:cxn ang="f29">
                    <a:pos x="f15" y="f17"/>
                  </a:cxn>
                  <a:cxn ang="f29">
                    <a:pos x="f22" y="f26"/>
                  </a:cxn>
                  <a:cxn ang="f29">
                    <a:pos x="f16" y="f17"/>
                  </a:cxn>
                  <a:cxn ang="f29">
                    <a:pos x="f27" y="f25"/>
                  </a:cxn>
                  <a:cxn ang="f29">
                    <a:pos x="f16" y="f18"/>
                  </a:cxn>
                </a:cxnLst>
                <a:rect l="f15" t="f18" r="f16" b="f17"/>
                <a:pathLst>
                  <a:path w="21600" h="21600">
                    <a:moveTo>
                      <a:pt x="f48" y="f49"/>
                    </a:moveTo>
                    <a:arcTo wR="f9" hR="f9" stAng="f29" swAng="f32"/>
                    <a:close/>
                  </a:path>
                </a:pathLst>
              </a:custGeom>
              <a:solidFill>
                <a:srgbClr val="0000FF"/>
              </a:solidFill>
              <a:ln w="0">
                <a:solidFill>
                  <a:srgbClr val="0000FF"/>
                </a:solidFill>
                <a:prstDash val="solid"/>
              </a:ln>
            </p:spPr>
            <p:txBody>
              <a:bodyPr wrap="none" lIns="90000" tIns="45000" rIns="90000" bIns="45000" anchor="ctr" anchorCtr="0" compatLnSpc="0">
                <a:noAutofit/>
              </a:bodyPr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GB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35" name="Freeform 70">
                <a:extLst>
                  <a:ext uri="{FF2B5EF4-FFF2-40B4-BE49-F238E27FC236}">
                    <a16:creationId xmlns:a16="http://schemas.microsoft.com/office/drawing/2014/main" id="{4981B833-821B-2A21-0079-D62F11EE6276}"/>
                  </a:ext>
                </a:extLst>
              </p:cNvPr>
              <p:cNvSpPr/>
              <p:nvPr/>
            </p:nvSpPr>
            <p:spPr>
              <a:xfrm>
                <a:off x="5754600" y="4241880"/>
                <a:ext cx="114480" cy="105120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*/ 5419351 1 1725033"/>
                  <a:gd name="f6" fmla="*/ 10800 10800 1"/>
                  <a:gd name="f7" fmla="+- 0 0 0"/>
                  <a:gd name="f8" fmla="+- 0 0 360"/>
                  <a:gd name="f9" fmla="val 10800"/>
                  <a:gd name="f10" fmla="*/ f3 1 21600"/>
                  <a:gd name="f11" fmla="*/ f4 1 21600"/>
                  <a:gd name="f12" fmla="*/ 0 f5 1"/>
                  <a:gd name="f13" fmla="*/ f7 f0 1"/>
                  <a:gd name="f14" fmla="*/ f8 f0 1"/>
                  <a:gd name="f15" fmla="*/ 3163 f10 1"/>
                  <a:gd name="f16" fmla="*/ 18437 f10 1"/>
                  <a:gd name="f17" fmla="*/ 18437 f11 1"/>
                  <a:gd name="f18" fmla="*/ 3163 f11 1"/>
                  <a:gd name="f19" fmla="*/ f12 1 f2"/>
                  <a:gd name="f20" fmla="*/ f13 1 f2"/>
                  <a:gd name="f21" fmla="*/ f14 1 f2"/>
                  <a:gd name="f22" fmla="*/ 10800 f10 1"/>
                  <a:gd name="f23" fmla="*/ 0 f11 1"/>
                  <a:gd name="f24" fmla="*/ 0 f10 1"/>
                  <a:gd name="f25" fmla="*/ 10800 f11 1"/>
                  <a:gd name="f26" fmla="*/ 21600 f11 1"/>
                  <a:gd name="f27" fmla="*/ 21600 f10 1"/>
                  <a:gd name="f28" fmla="+- 0 0 f19"/>
                  <a:gd name="f29" fmla="+- f20 0 f1"/>
                  <a:gd name="f30" fmla="+- f21 0 f1"/>
                  <a:gd name="f31" fmla="*/ f28 f0 1"/>
                  <a:gd name="f32" fmla="+- f30 0 f29"/>
                  <a:gd name="f33" fmla="*/ f31 1 f5"/>
                  <a:gd name="f34" fmla="+- f33 0 f1"/>
                  <a:gd name="f35" fmla="cos 1 f34"/>
                  <a:gd name="f36" fmla="sin 1 f34"/>
                  <a:gd name="f37" fmla="+- 0 0 f35"/>
                  <a:gd name="f38" fmla="+- 0 0 f36"/>
                  <a:gd name="f39" fmla="*/ 10800 f37 1"/>
                  <a:gd name="f40" fmla="*/ 10800 f38 1"/>
                  <a:gd name="f41" fmla="*/ f39 f39 1"/>
                  <a:gd name="f42" fmla="*/ f40 f40 1"/>
                  <a:gd name="f43" fmla="+- f41 f42 0"/>
                  <a:gd name="f44" fmla="sqrt f43"/>
                  <a:gd name="f45" fmla="*/ f6 1 f44"/>
                  <a:gd name="f46" fmla="*/ f37 f45 1"/>
                  <a:gd name="f47" fmla="*/ f38 f45 1"/>
                  <a:gd name="f48" fmla="+- 10800 0 f46"/>
                  <a:gd name="f49" fmla="+- 10800 0 f47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22" y="f23"/>
                  </a:cxn>
                  <a:cxn ang="f29">
                    <a:pos x="f15" y="f18"/>
                  </a:cxn>
                  <a:cxn ang="f29">
                    <a:pos x="f24" y="f25"/>
                  </a:cxn>
                  <a:cxn ang="f29">
                    <a:pos x="f15" y="f17"/>
                  </a:cxn>
                  <a:cxn ang="f29">
                    <a:pos x="f22" y="f26"/>
                  </a:cxn>
                  <a:cxn ang="f29">
                    <a:pos x="f16" y="f17"/>
                  </a:cxn>
                  <a:cxn ang="f29">
                    <a:pos x="f27" y="f25"/>
                  </a:cxn>
                  <a:cxn ang="f29">
                    <a:pos x="f16" y="f18"/>
                  </a:cxn>
                </a:cxnLst>
                <a:rect l="f15" t="f18" r="f16" b="f17"/>
                <a:pathLst>
                  <a:path w="21600" h="21600">
                    <a:moveTo>
                      <a:pt x="f48" y="f49"/>
                    </a:moveTo>
                    <a:arcTo wR="f9" hR="f9" stAng="f29" swAng="f32"/>
                    <a:close/>
                  </a:path>
                </a:pathLst>
              </a:custGeom>
              <a:solidFill>
                <a:srgbClr val="FFFF00"/>
              </a:solidFill>
              <a:ln w="0">
                <a:solidFill>
                  <a:srgbClr val="FFFF00"/>
                </a:solidFill>
                <a:prstDash val="solid"/>
              </a:ln>
            </p:spPr>
            <p:txBody>
              <a:bodyPr wrap="none" lIns="90000" tIns="45000" rIns="90000" bIns="45000" anchor="ctr" anchorCtr="0" compatLnSpc="0">
                <a:noAutofit/>
              </a:bodyPr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GB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36" name="Freeform 71">
                <a:extLst>
                  <a:ext uri="{FF2B5EF4-FFF2-40B4-BE49-F238E27FC236}">
                    <a16:creationId xmlns:a16="http://schemas.microsoft.com/office/drawing/2014/main" id="{0E4ABF29-07DC-B74D-057A-96601A72177F}"/>
                  </a:ext>
                </a:extLst>
              </p:cNvPr>
              <p:cNvSpPr/>
              <p:nvPr/>
            </p:nvSpPr>
            <p:spPr>
              <a:xfrm>
                <a:off x="5907960" y="4241880"/>
                <a:ext cx="114480" cy="105120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*/ 5419351 1 1725033"/>
                  <a:gd name="f6" fmla="*/ 10800 10800 1"/>
                  <a:gd name="f7" fmla="+- 0 0 0"/>
                  <a:gd name="f8" fmla="+- 0 0 360"/>
                  <a:gd name="f9" fmla="val 10800"/>
                  <a:gd name="f10" fmla="*/ f3 1 21600"/>
                  <a:gd name="f11" fmla="*/ f4 1 21600"/>
                  <a:gd name="f12" fmla="*/ 0 f5 1"/>
                  <a:gd name="f13" fmla="*/ f7 f0 1"/>
                  <a:gd name="f14" fmla="*/ f8 f0 1"/>
                  <a:gd name="f15" fmla="*/ 3163 f10 1"/>
                  <a:gd name="f16" fmla="*/ 18437 f10 1"/>
                  <a:gd name="f17" fmla="*/ 18437 f11 1"/>
                  <a:gd name="f18" fmla="*/ 3163 f11 1"/>
                  <a:gd name="f19" fmla="*/ f12 1 f2"/>
                  <a:gd name="f20" fmla="*/ f13 1 f2"/>
                  <a:gd name="f21" fmla="*/ f14 1 f2"/>
                  <a:gd name="f22" fmla="*/ 10800 f10 1"/>
                  <a:gd name="f23" fmla="*/ 0 f11 1"/>
                  <a:gd name="f24" fmla="*/ 0 f10 1"/>
                  <a:gd name="f25" fmla="*/ 10800 f11 1"/>
                  <a:gd name="f26" fmla="*/ 21600 f11 1"/>
                  <a:gd name="f27" fmla="*/ 21600 f10 1"/>
                  <a:gd name="f28" fmla="+- 0 0 f19"/>
                  <a:gd name="f29" fmla="+- f20 0 f1"/>
                  <a:gd name="f30" fmla="+- f21 0 f1"/>
                  <a:gd name="f31" fmla="*/ f28 f0 1"/>
                  <a:gd name="f32" fmla="+- f30 0 f29"/>
                  <a:gd name="f33" fmla="*/ f31 1 f5"/>
                  <a:gd name="f34" fmla="+- f33 0 f1"/>
                  <a:gd name="f35" fmla="cos 1 f34"/>
                  <a:gd name="f36" fmla="sin 1 f34"/>
                  <a:gd name="f37" fmla="+- 0 0 f35"/>
                  <a:gd name="f38" fmla="+- 0 0 f36"/>
                  <a:gd name="f39" fmla="*/ 10800 f37 1"/>
                  <a:gd name="f40" fmla="*/ 10800 f38 1"/>
                  <a:gd name="f41" fmla="*/ f39 f39 1"/>
                  <a:gd name="f42" fmla="*/ f40 f40 1"/>
                  <a:gd name="f43" fmla="+- f41 f42 0"/>
                  <a:gd name="f44" fmla="sqrt f43"/>
                  <a:gd name="f45" fmla="*/ f6 1 f44"/>
                  <a:gd name="f46" fmla="*/ f37 f45 1"/>
                  <a:gd name="f47" fmla="*/ f38 f45 1"/>
                  <a:gd name="f48" fmla="+- 10800 0 f46"/>
                  <a:gd name="f49" fmla="+- 10800 0 f47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22" y="f23"/>
                  </a:cxn>
                  <a:cxn ang="f29">
                    <a:pos x="f15" y="f18"/>
                  </a:cxn>
                  <a:cxn ang="f29">
                    <a:pos x="f24" y="f25"/>
                  </a:cxn>
                  <a:cxn ang="f29">
                    <a:pos x="f15" y="f17"/>
                  </a:cxn>
                  <a:cxn ang="f29">
                    <a:pos x="f22" y="f26"/>
                  </a:cxn>
                  <a:cxn ang="f29">
                    <a:pos x="f16" y="f17"/>
                  </a:cxn>
                  <a:cxn ang="f29">
                    <a:pos x="f27" y="f25"/>
                  </a:cxn>
                  <a:cxn ang="f29">
                    <a:pos x="f16" y="f18"/>
                  </a:cxn>
                </a:cxnLst>
                <a:rect l="f15" t="f18" r="f16" b="f17"/>
                <a:pathLst>
                  <a:path w="21600" h="21600">
                    <a:moveTo>
                      <a:pt x="f48" y="f49"/>
                    </a:moveTo>
                    <a:arcTo wR="f9" hR="f9" stAng="f29" swAng="f32"/>
                    <a:close/>
                  </a:path>
                </a:pathLst>
              </a:custGeom>
              <a:solidFill>
                <a:srgbClr val="FFFF00"/>
              </a:solidFill>
              <a:ln w="0">
                <a:solidFill>
                  <a:srgbClr val="FFFF00"/>
                </a:solidFill>
                <a:prstDash val="solid"/>
              </a:ln>
            </p:spPr>
            <p:txBody>
              <a:bodyPr wrap="none" lIns="90000" tIns="45000" rIns="90000" bIns="45000" anchor="ctr" anchorCtr="0" compatLnSpc="0">
                <a:noAutofit/>
              </a:bodyPr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GB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37" name="Freeform 72">
                <a:extLst>
                  <a:ext uri="{FF2B5EF4-FFF2-40B4-BE49-F238E27FC236}">
                    <a16:creationId xmlns:a16="http://schemas.microsoft.com/office/drawing/2014/main" id="{239B3039-52B3-0EE5-111B-EAB5C6A65F5E}"/>
                  </a:ext>
                </a:extLst>
              </p:cNvPr>
              <p:cNvSpPr/>
              <p:nvPr/>
            </p:nvSpPr>
            <p:spPr>
              <a:xfrm>
                <a:off x="6061680" y="4242240"/>
                <a:ext cx="114480" cy="105120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*/ 5419351 1 1725033"/>
                  <a:gd name="f6" fmla="*/ 10800 10800 1"/>
                  <a:gd name="f7" fmla="+- 0 0 0"/>
                  <a:gd name="f8" fmla="+- 0 0 360"/>
                  <a:gd name="f9" fmla="val 10800"/>
                  <a:gd name="f10" fmla="*/ f3 1 21600"/>
                  <a:gd name="f11" fmla="*/ f4 1 21600"/>
                  <a:gd name="f12" fmla="*/ 0 f5 1"/>
                  <a:gd name="f13" fmla="*/ f7 f0 1"/>
                  <a:gd name="f14" fmla="*/ f8 f0 1"/>
                  <a:gd name="f15" fmla="*/ 3163 f10 1"/>
                  <a:gd name="f16" fmla="*/ 18437 f10 1"/>
                  <a:gd name="f17" fmla="*/ 18437 f11 1"/>
                  <a:gd name="f18" fmla="*/ 3163 f11 1"/>
                  <a:gd name="f19" fmla="*/ f12 1 f2"/>
                  <a:gd name="f20" fmla="*/ f13 1 f2"/>
                  <a:gd name="f21" fmla="*/ f14 1 f2"/>
                  <a:gd name="f22" fmla="*/ 10800 f10 1"/>
                  <a:gd name="f23" fmla="*/ 0 f11 1"/>
                  <a:gd name="f24" fmla="*/ 0 f10 1"/>
                  <a:gd name="f25" fmla="*/ 10800 f11 1"/>
                  <a:gd name="f26" fmla="*/ 21600 f11 1"/>
                  <a:gd name="f27" fmla="*/ 21600 f10 1"/>
                  <a:gd name="f28" fmla="+- 0 0 f19"/>
                  <a:gd name="f29" fmla="+- f20 0 f1"/>
                  <a:gd name="f30" fmla="+- f21 0 f1"/>
                  <a:gd name="f31" fmla="*/ f28 f0 1"/>
                  <a:gd name="f32" fmla="+- f30 0 f29"/>
                  <a:gd name="f33" fmla="*/ f31 1 f5"/>
                  <a:gd name="f34" fmla="+- f33 0 f1"/>
                  <a:gd name="f35" fmla="cos 1 f34"/>
                  <a:gd name="f36" fmla="sin 1 f34"/>
                  <a:gd name="f37" fmla="+- 0 0 f35"/>
                  <a:gd name="f38" fmla="+- 0 0 f36"/>
                  <a:gd name="f39" fmla="*/ 10800 f37 1"/>
                  <a:gd name="f40" fmla="*/ 10800 f38 1"/>
                  <a:gd name="f41" fmla="*/ f39 f39 1"/>
                  <a:gd name="f42" fmla="*/ f40 f40 1"/>
                  <a:gd name="f43" fmla="+- f41 f42 0"/>
                  <a:gd name="f44" fmla="sqrt f43"/>
                  <a:gd name="f45" fmla="*/ f6 1 f44"/>
                  <a:gd name="f46" fmla="*/ f37 f45 1"/>
                  <a:gd name="f47" fmla="*/ f38 f45 1"/>
                  <a:gd name="f48" fmla="+- 10800 0 f46"/>
                  <a:gd name="f49" fmla="+- 10800 0 f47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22" y="f23"/>
                  </a:cxn>
                  <a:cxn ang="f29">
                    <a:pos x="f15" y="f18"/>
                  </a:cxn>
                  <a:cxn ang="f29">
                    <a:pos x="f24" y="f25"/>
                  </a:cxn>
                  <a:cxn ang="f29">
                    <a:pos x="f15" y="f17"/>
                  </a:cxn>
                  <a:cxn ang="f29">
                    <a:pos x="f22" y="f26"/>
                  </a:cxn>
                  <a:cxn ang="f29">
                    <a:pos x="f16" y="f17"/>
                  </a:cxn>
                  <a:cxn ang="f29">
                    <a:pos x="f27" y="f25"/>
                  </a:cxn>
                  <a:cxn ang="f29">
                    <a:pos x="f16" y="f18"/>
                  </a:cxn>
                </a:cxnLst>
                <a:rect l="f15" t="f18" r="f16" b="f17"/>
                <a:pathLst>
                  <a:path w="21600" h="21600">
                    <a:moveTo>
                      <a:pt x="f48" y="f49"/>
                    </a:moveTo>
                    <a:arcTo wR="f9" hR="f9" stAng="f29" swAng="f32"/>
                    <a:close/>
                  </a:path>
                </a:pathLst>
              </a:custGeom>
              <a:solidFill>
                <a:srgbClr val="FFFF00"/>
              </a:solidFill>
              <a:ln w="0">
                <a:solidFill>
                  <a:srgbClr val="FFFF00"/>
                </a:solidFill>
                <a:prstDash val="solid"/>
              </a:ln>
            </p:spPr>
            <p:txBody>
              <a:bodyPr wrap="none" lIns="90000" tIns="45000" rIns="90000" bIns="45000" anchor="ctr" anchorCtr="0" compatLnSpc="0">
                <a:noAutofit/>
              </a:bodyPr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GB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38" name="Freeform 73">
                <a:extLst>
                  <a:ext uri="{FF2B5EF4-FFF2-40B4-BE49-F238E27FC236}">
                    <a16:creationId xmlns:a16="http://schemas.microsoft.com/office/drawing/2014/main" id="{5B41121C-6C0F-3B34-930A-91CA697605AA}"/>
                  </a:ext>
                </a:extLst>
              </p:cNvPr>
              <p:cNvSpPr/>
              <p:nvPr/>
            </p:nvSpPr>
            <p:spPr>
              <a:xfrm>
                <a:off x="6215040" y="4242240"/>
                <a:ext cx="114480" cy="105120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*/ 5419351 1 1725033"/>
                  <a:gd name="f6" fmla="*/ 10800 10800 1"/>
                  <a:gd name="f7" fmla="+- 0 0 0"/>
                  <a:gd name="f8" fmla="+- 0 0 360"/>
                  <a:gd name="f9" fmla="val 10800"/>
                  <a:gd name="f10" fmla="*/ f3 1 21600"/>
                  <a:gd name="f11" fmla="*/ f4 1 21600"/>
                  <a:gd name="f12" fmla="*/ 0 f5 1"/>
                  <a:gd name="f13" fmla="*/ f7 f0 1"/>
                  <a:gd name="f14" fmla="*/ f8 f0 1"/>
                  <a:gd name="f15" fmla="*/ 3163 f10 1"/>
                  <a:gd name="f16" fmla="*/ 18437 f10 1"/>
                  <a:gd name="f17" fmla="*/ 18437 f11 1"/>
                  <a:gd name="f18" fmla="*/ 3163 f11 1"/>
                  <a:gd name="f19" fmla="*/ f12 1 f2"/>
                  <a:gd name="f20" fmla="*/ f13 1 f2"/>
                  <a:gd name="f21" fmla="*/ f14 1 f2"/>
                  <a:gd name="f22" fmla="*/ 10800 f10 1"/>
                  <a:gd name="f23" fmla="*/ 0 f11 1"/>
                  <a:gd name="f24" fmla="*/ 0 f10 1"/>
                  <a:gd name="f25" fmla="*/ 10800 f11 1"/>
                  <a:gd name="f26" fmla="*/ 21600 f11 1"/>
                  <a:gd name="f27" fmla="*/ 21600 f10 1"/>
                  <a:gd name="f28" fmla="+- 0 0 f19"/>
                  <a:gd name="f29" fmla="+- f20 0 f1"/>
                  <a:gd name="f30" fmla="+- f21 0 f1"/>
                  <a:gd name="f31" fmla="*/ f28 f0 1"/>
                  <a:gd name="f32" fmla="+- f30 0 f29"/>
                  <a:gd name="f33" fmla="*/ f31 1 f5"/>
                  <a:gd name="f34" fmla="+- f33 0 f1"/>
                  <a:gd name="f35" fmla="cos 1 f34"/>
                  <a:gd name="f36" fmla="sin 1 f34"/>
                  <a:gd name="f37" fmla="+- 0 0 f35"/>
                  <a:gd name="f38" fmla="+- 0 0 f36"/>
                  <a:gd name="f39" fmla="*/ 10800 f37 1"/>
                  <a:gd name="f40" fmla="*/ 10800 f38 1"/>
                  <a:gd name="f41" fmla="*/ f39 f39 1"/>
                  <a:gd name="f42" fmla="*/ f40 f40 1"/>
                  <a:gd name="f43" fmla="+- f41 f42 0"/>
                  <a:gd name="f44" fmla="sqrt f43"/>
                  <a:gd name="f45" fmla="*/ f6 1 f44"/>
                  <a:gd name="f46" fmla="*/ f37 f45 1"/>
                  <a:gd name="f47" fmla="*/ f38 f45 1"/>
                  <a:gd name="f48" fmla="+- 10800 0 f46"/>
                  <a:gd name="f49" fmla="+- 10800 0 f47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22" y="f23"/>
                  </a:cxn>
                  <a:cxn ang="f29">
                    <a:pos x="f15" y="f18"/>
                  </a:cxn>
                  <a:cxn ang="f29">
                    <a:pos x="f24" y="f25"/>
                  </a:cxn>
                  <a:cxn ang="f29">
                    <a:pos x="f15" y="f17"/>
                  </a:cxn>
                  <a:cxn ang="f29">
                    <a:pos x="f22" y="f26"/>
                  </a:cxn>
                  <a:cxn ang="f29">
                    <a:pos x="f16" y="f17"/>
                  </a:cxn>
                  <a:cxn ang="f29">
                    <a:pos x="f27" y="f25"/>
                  </a:cxn>
                  <a:cxn ang="f29">
                    <a:pos x="f16" y="f18"/>
                  </a:cxn>
                </a:cxnLst>
                <a:rect l="f15" t="f18" r="f16" b="f17"/>
                <a:pathLst>
                  <a:path w="21600" h="21600">
                    <a:moveTo>
                      <a:pt x="f48" y="f49"/>
                    </a:moveTo>
                    <a:arcTo wR="f9" hR="f9" stAng="f29" swAng="f32"/>
                    <a:close/>
                  </a:path>
                </a:pathLst>
              </a:custGeom>
              <a:solidFill>
                <a:srgbClr val="0000FF"/>
              </a:solidFill>
              <a:ln w="0">
                <a:solidFill>
                  <a:srgbClr val="0000FF"/>
                </a:solidFill>
                <a:prstDash val="solid"/>
              </a:ln>
            </p:spPr>
            <p:txBody>
              <a:bodyPr wrap="none" lIns="90000" tIns="45000" rIns="90000" bIns="45000" anchor="ctr" anchorCtr="0" compatLnSpc="0">
                <a:noAutofit/>
              </a:bodyPr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GB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39" name="Freeform 74">
                <a:extLst>
                  <a:ext uri="{FF2B5EF4-FFF2-40B4-BE49-F238E27FC236}">
                    <a16:creationId xmlns:a16="http://schemas.microsoft.com/office/drawing/2014/main" id="{7D95B155-444D-F0EF-654F-AD9AEFCCA561}"/>
                  </a:ext>
                </a:extLst>
              </p:cNvPr>
              <p:cNvSpPr/>
              <p:nvPr/>
            </p:nvSpPr>
            <p:spPr>
              <a:xfrm>
                <a:off x="5754600" y="4382640"/>
                <a:ext cx="114840" cy="105120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*/ 5419351 1 1725033"/>
                  <a:gd name="f6" fmla="*/ 10800 10800 1"/>
                  <a:gd name="f7" fmla="+- 0 0 0"/>
                  <a:gd name="f8" fmla="+- 0 0 360"/>
                  <a:gd name="f9" fmla="val 10800"/>
                  <a:gd name="f10" fmla="*/ f3 1 21600"/>
                  <a:gd name="f11" fmla="*/ f4 1 21600"/>
                  <a:gd name="f12" fmla="*/ 0 f5 1"/>
                  <a:gd name="f13" fmla="*/ f7 f0 1"/>
                  <a:gd name="f14" fmla="*/ f8 f0 1"/>
                  <a:gd name="f15" fmla="*/ 3163 f10 1"/>
                  <a:gd name="f16" fmla="*/ 18437 f10 1"/>
                  <a:gd name="f17" fmla="*/ 18437 f11 1"/>
                  <a:gd name="f18" fmla="*/ 3163 f11 1"/>
                  <a:gd name="f19" fmla="*/ f12 1 f2"/>
                  <a:gd name="f20" fmla="*/ f13 1 f2"/>
                  <a:gd name="f21" fmla="*/ f14 1 f2"/>
                  <a:gd name="f22" fmla="*/ 10800 f10 1"/>
                  <a:gd name="f23" fmla="*/ 0 f11 1"/>
                  <a:gd name="f24" fmla="*/ 0 f10 1"/>
                  <a:gd name="f25" fmla="*/ 10800 f11 1"/>
                  <a:gd name="f26" fmla="*/ 21600 f11 1"/>
                  <a:gd name="f27" fmla="*/ 21600 f10 1"/>
                  <a:gd name="f28" fmla="+- 0 0 f19"/>
                  <a:gd name="f29" fmla="+- f20 0 f1"/>
                  <a:gd name="f30" fmla="+- f21 0 f1"/>
                  <a:gd name="f31" fmla="*/ f28 f0 1"/>
                  <a:gd name="f32" fmla="+- f30 0 f29"/>
                  <a:gd name="f33" fmla="*/ f31 1 f5"/>
                  <a:gd name="f34" fmla="+- f33 0 f1"/>
                  <a:gd name="f35" fmla="cos 1 f34"/>
                  <a:gd name="f36" fmla="sin 1 f34"/>
                  <a:gd name="f37" fmla="+- 0 0 f35"/>
                  <a:gd name="f38" fmla="+- 0 0 f36"/>
                  <a:gd name="f39" fmla="*/ 10800 f37 1"/>
                  <a:gd name="f40" fmla="*/ 10800 f38 1"/>
                  <a:gd name="f41" fmla="*/ f39 f39 1"/>
                  <a:gd name="f42" fmla="*/ f40 f40 1"/>
                  <a:gd name="f43" fmla="+- f41 f42 0"/>
                  <a:gd name="f44" fmla="sqrt f43"/>
                  <a:gd name="f45" fmla="*/ f6 1 f44"/>
                  <a:gd name="f46" fmla="*/ f37 f45 1"/>
                  <a:gd name="f47" fmla="*/ f38 f45 1"/>
                  <a:gd name="f48" fmla="+- 10800 0 f46"/>
                  <a:gd name="f49" fmla="+- 10800 0 f47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22" y="f23"/>
                  </a:cxn>
                  <a:cxn ang="f29">
                    <a:pos x="f15" y="f18"/>
                  </a:cxn>
                  <a:cxn ang="f29">
                    <a:pos x="f24" y="f25"/>
                  </a:cxn>
                  <a:cxn ang="f29">
                    <a:pos x="f15" y="f17"/>
                  </a:cxn>
                  <a:cxn ang="f29">
                    <a:pos x="f22" y="f26"/>
                  </a:cxn>
                  <a:cxn ang="f29">
                    <a:pos x="f16" y="f17"/>
                  </a:cxn>
                  <a:cxn ang="f29">
                    <a:pos x="f27" y="f25"/>
                  </a:cxn>
                  <a:cxn ang="f29">
                    <a:pos x="f16" y="f18"/>
                  </a:cxn>
                </a:cxnLst>
                <a:rect l="f15" t="f18" r="f16" b="f17"/>
                <a:pathLst>
                  <a:path w="21600" h="21600">
                    <a:moveTo>
                      <a:pt x="f48" y="f49"/>
                    </a:moveTo>
                    <a:arcTo wR="f9" hR="f9" stAng="f29" swAng="f32"/>
                    <a:close/>
                  </a:path>
                </a:pathLst>
              </a:custGeom>
              <a:solidFill>
                <a:srgbClr val="FFFF00"/>
              </a:solidFill>
              <a:ln w="0">
                <a:solidFill>
                  <a:srgbClr val="FFFF00"/>
                </a:solidFill>
                <a:prstDash val="solid"/>
              </a:ln>
            </p:spPr>
            <p:txBody>
              <a:bodyPr wrap="none" lIns="90000" tIns="45000" rIns="90000" bIns="45000" anchor="ctr" anchorCtr="0" compatLnSpc="0">
                <a:noAutofit/>
              </a:bodyPr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GB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40" name="Freeform 75">
                <a:extLst>
                  <a:ext uri="{FF2B5EF4-FFF2-40B4-BE49-F238E27FC236}">
                    <a16:creationId xmlns:a16="http://schemas.microsoft.com/office/drawing/2014/main" id="{75664855-567A-58CB-56BF-75BA6E03F704}"/>
                  </a:ext>
                </a:extLst>
              </p:cNvPr>
              <p:cNvSpPr/>
              <p:nvPr/>
            </p:nvSpPr>
            <p:spPr>
              <a:xfrm>
                <a:off x="5907960" y="4382640"/>
                <a:ext cx="114840" cy="105120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*/ 5419351 1 1725033"/>
                  <a:gd name="f6" fmla="*/ 10800 10800 1"/>
                  <a:gd name="f7" fmla="+- 0 0 0"/>
                  <a:gd name="f8" fmla="+- 0 0 360"/>
                  <a:gd name="f9" fmla="val 10800"/>
                  <a:gd name="f10" fmla="*/ f3 1 21600"/>
                  <a:gd name="f11" fmla="*/ f4 1 21600"/>
                  <a:gd name="f12" fmla="*/ 0 f5 1"/>
                  <a:gd name="f13" fmla="*/ f7 f0 1"/>
                  <a:gd name="f14" fmla="*/ f8 f0 1"/>
                  <a:gd name="f15" fmla="*/ 3163 f10 1"/>
                  <a:gd name="f16" fmla="*/ 18437 f10 1"/>
                  <a:gd name="f17" fmla="*/ 18437 f11 1"/>
                  <a:gd name="f18" fmla="*/ 3163 f11 1"/>
                  <a:gd name="f19" fmla="*/ f12 1 f2"/>
                  <a:gd name="f20" fmla="*/ f13 1 f2"/>
                  <a:gd name="f21" fmla="*/ f14 1 f2"/>
                  <a:gd name="f22" fmla="*/ 10800 f10 1"/>
                  <a:gd name="f23" fmla="*/ 0 f11 1"/>
                  <a:gd name="f24" fmla="*/ 0 f10 1"/>
                  <a:gd name="f25" fmla="*/ 10800 f11 1"/>
                  <a:gd name="f26" fmla="*/ 21600 f11 1"/>
                  <a:gd name="f27" fmla="*/ 21600 f10 1"/>
                  <a:gd name="f28" fmla="+- 0 0 f19"/>
                  <a:gd name="f29" fmla="+- f20 0 f1"/>
                  <a:gd name="f30" fmla="+- f21 0 f1"/>
                  <a:gd name="f31" fmla="*/ f28 f0 1"/>
                  <a:gd name="f32" fmla="+- f30 0 f29"/>
                  <a:gd name="f33" fmla="*/ f31 1 f5"/>
                  <a:gd name="f34" fmla="+- f33 0 f1"/>
                  <a:gd name="f35" fmla="cos 1 f34"/>
                  <a:gd name="f36" fmla="sin 1 f34"/>
                  <a:gd name="f37" fmla="+- 0 0 f35"/>
                  <a:gd name="f38" fmla="+- 0 0 f36"/>
                  <a:gd name="f39" fmla="*/ 10800 f37 1"/>
                  <a:gd name="f40" fmla="*/ 10800 f38 1"/>
                  <a:gd name="f41" fmla="*/ f39 f39 1"/>
                  <a:gd name="f42" fmla="*/ f40 f40 1"/>
                  <a:gd name="f43" fmla="+- f41 f42 0"/>
                  <a:gd name="f44" fmla="sqrt f43"/>
                  <a:gd name="f45" fmla="*/ f6 1 f44"/>
                  <a:gd name="f46" fmla="*/ f37 f45 1"/>
                  <a:gd name="f47" fmla="*/ f38 f45 1"/>
                  <a:gd name="f48" fmla="+- 10800 0 f46"/>
                  <a:gd name="f49" fmla="+- 10800 0 f47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22" y="f23"/>
                  </a:cxn>
                  <a:cxn ang="f29">
                    <a:pos x="f15" y="f18"/>
                  </a:cxn>
                  <a:cxn ang="f29">
                    <a:pos x="f24" y="f25"/>
                  </a:cxn>
                  <a:cxn ang="f29">
                    <a:pos x="f15" y="f17"/>
                  </a:cxn>
                  <a:cxn ang="f29">
                    <a:pos x="f22" y="f26"/>
                  </a:cxn>
                  <a:cxn ang="f29">
                    <a:pos x="f16" y="f17"/>
                  </a:cxn>
                  <a:cxn ang="f29">
                    <a:pos x="f27" y="f25"/>
                  </a:cxn>
                  <a:cxn ang="f29">
                    <a:pos x="f16" y="f18"/>
                  </a:cxn>
                </a:cxnLst>
                <a:rect l="f15" t="f18" r="f16" b="f17"/>
                <a:pathLst>
                  <a:path w="21600" h="21600">
                    <a:moveTo>
                      <a:pt x="f48" y="f49"/>
                    </a:moveTo>
                    <a:arcTo wR="f9" hR="f9" stAng="f29" swAng="f32"/>
                    <a:close/>
                  </a:path>
                </a:pathLst>
              </a:custGeom>
              <a:solidFill>
                <a:srgbClr val="0000FF"/>
              </a:solidFill>
              <a:ln w="0">
                <a:solidFill>
                  <a:srgbClr val="0000FF"/>
                </a:solidFill>
                <a:prstDash val="solid"/>
              </a:ln>
            </p:spPr>
            <p:txBody>
              <a:bodyPr wrap="none" lIns="90000" tIns="45000" rIns="90000" bIns="45000" anchor="ctr" anchorCtr="0" compatLnSpc="0">
                <a:noAutofit/>
              </a:bodyPr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GB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41" name="Freeform 76">
                <a:extLst>
                  <a:ext uri="{FF2B5EF4-FFF2-40B4-BE49-F238E27FC236}">
                    <a16:creationId xmlns:a16="http://schemas.microsoft.com/office/drawing/2014/main" id="{2A37943D-83DB-7F0D-9D4A-954E29369E43}"/>
                  </a:ext>
                </a:extLst>
              </p:cNvPr>
              <p:cNvSpPr/>
              <p:nvPr/>
            </p:nvSpPr>
            <p:spPr>
              <a:xfrm>
                <a:off x="6061680" y="4383000"/>
                <a:ext cx="114480" cy="105120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*/ 5419351 1 1725033"/>
                  <a:gd name="f6" fmla="*/ 10800 10800 1"/>
                  <a:gd name="f7" fmla="+- 0 0 0"/>
                  <a:gd name="f8" fmla="+- 0 0 360"/>
                  <a:gd name="f9" fmla="val 10800"/>
                  <a:gd name="f10" fmla="*/ f3 1 21600"/>
                  <a:gd name="f11" fmla="*/ f4 1 21600"/>
                  <a:gd name="f12" fmla="*/ 0 f5 1"/>
                  <a:gd name="f13" fmla="*/ f7 f0 1"/>
                  <a:gd name="f14" fmla="*/ f8 f0 1"/>
                  <a:gd name="f15" fmla="*/ 3163 f10 1"/>
                  <a:gd name="f16" fmla="*/ 18437 f10 1"/>
                  <a:gd name="f17" fmla="*/ 18437 f11 1"/>
                  <a:gd name="f18" fmla="*/ 3163 f11 1"/>
                  <a:gd name="f19" fmla="*/ f12 1 f2"/>
                  <a:gd name="f20" fmla="*/ f13 1 f2"/>
                  <a:gd name="f21" fmla="*/ f14 1 f2"/>
                  <a:gd name="f22" fmla="*/ 10800 f10 1"/>
                  <a:gd name="f23" fmla="*/ 0 f11 1"/>
                  <a:gd name="f24" fmla="*/ 0 f10 1"/>
                  <a:gd name="f25" fmla="*/ 10800 f11 1"/>
                  <a:gd name="f26" fmla="*/ 21600 f11 1"/>
                  <a:gd name="f27" fmla="*/ 21600 f10 1"/>
                  <a:gd name="f28" fmla="+- 0 0 f19"/>
                  <a:gd name="f29" fmla="+- f20 0 f1"/>
                  <a:gd name="f30" fmla="+- f21 0 f1"/>
                  <a:gd name="f31" fmla="*/ f28 f0 1"/>
                  <a:gd name="f32" fmla="+- f30 0 f29"/>
                  <a:gd name="f33" fmla="*/ f31 1 f5"/>
                  <a:gd name="f34" fmla="+- f33 0 f1"/>
                  <a:gd name="f35" fmla="cos 1 f34"/>
                  <a:gd name="f36" fmla="sin 1 f34"/>
                  <a:gd name="f37" fmla="+- 0 0 f35"/>
                  <a:gd name="f38" fmla="+- 0 0 f36"/>
                  <a:gd name="f39" fmla="*/ 10800 f37 1"/>
                  <a:gd name="f40" fmla="*/ 10800 f38 1"/>
                  <a:gd name="f41" fmla="*/ f39 f39 1"/>
                  <a:gd name="f42" fmla="*/ f40 f40 1"/>
                  <a:gd name="f43" fmla="+- f41 f42 0"/>
                  <a:gd name="f44" fmla="sqrt f43"/>
                  <a:gd name="f45" fmla="*/ f6 1 f44"/>
                  <a:gd name="f46" fmla="*/ f37 f45 1"/>
                  <a:gd name="f47" fmla="*/ f38 f45 1"/>
                  <a:gd name="f48" fmla="+- 10800 0 f46"/>
                  <a:gd name="f49" fmla="+- 10800 0 f47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22" y="f23"/>
                  </a:cxn>
                  <a:cxn ang="f29">
                    <a:pos x="f15" y="f18"/>
                  </a:cxn>
                  <a:cxn ang="f29">
                    <a:pos x="f24" y="f25"/>
                  </a:cxn>
                  <a:cxn ang="f29">
                    <a:pos x="f15" y="f17"/>
                  </a:cxn>
                  <a:cxn ang="f29">
                    <a:pos x="f22" y="f26"/>
                  </a:cxn>
                  <a:cxn ang="f29">
                    <a:pos x="f16" y="f17"/>
                  </a:cxn>
                  <a:cxn ang="f29">
                    <a:pos x="f27" y="f25"/>
                  </a:cxn>
                  <a:cxn ang="f29">
                    <a:pos x="f16" y="f18"/>
                  </a:cxn>
                </a:cxnLst>
                <a:rect l="f15" t="f18" r="f16" b="f17"/>
                <a:pathLst>
                  <a:path w="21600" h="21600">
                    <a:moveTo>
                      <a:pt x="f48" y="f49"/>
                    </a:moveTo>
                    <a:arcTo wR="f9" hR="f9" stAng="f29" swAng="f32"/>
                    <a:close/>
                  </a:path>
                </a:pathLst>
              </a:custGeom>
              <a:solidFill>
                <a:srgbClr val="0000FF"/>
              </a:solidFill>
              <a:ln w="0">
                <a:solidFill>
                  <a:srgbClr val="0000FF"/>
                </a:solidFill>
                <a:prstDash val="solid"/>
              </a:ln>
            </p:spPr>
            <p:txBody>
              <a:bodyPr wrap="none" lIns="90000" tIns="45000" rIns="90000" bIns="45000" anchor="ctr" anchorCtr="0" compatLnSpc="0">
                <a:noAutofit/>
              </a:bodyPr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GB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42" name="Freeform 77">
                <a:extLst>
                  <a:ext uri="{FF2B5EF4-FFF2-40B4-BE49-F238E27FC236}">
                    <a16:creationId xmlns:a16="http://schemas.microsoft.com/office/drawing/2014/main" id="{A5687570-1F5D-3F71-1B5E-7C41FF4ED123}"/>
                  </a:ext>
                </a:extLst>
              </p:cNvPr>
              <p:cNvSpPr/>
              <p:nvPr/>
            </p:nvSpPr>
            <p:spPr>
              <a:xfrm>
                <a:off x="6215040" y="4383000"/>
                <a:ext cx="114840" cy="105120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*/ 5419351 1 1725033"/>
                  <a:gd name="f6" fmla="*/ 10800 10800 1"/>
                  <a:gd name="f7" fmla="+- 0 0 0"/>
                  <a:gd name="f8" fmla="+- 0 0 360"/>
                  <a:gd name="f9" fmla="val 10800"/>
                  <a:gd name="f10" fmla="*/ f3 1 21600"/>
                  <a:gd name="f11" fmla="*/ f4 1 21600"/>
                  <a:gd name="f12" fmla="*/ 0 f5 1"/>
                  <a:gd name="f13" fmla="*/ f7 f0 1"/>
                  <a:gd name="f14" fmla="*/ f8 f0 1"/>
                  <a:gd name="f15" fmla="*/ 3163 f10 1"/>
                  <a:gd name="f16" fmla="*/ 18437 f10 1"/>
                  <a:gd name="f17" fmla="*/ 18437 f11 1"/>
                  <a:gd name="f18" fmla="*/ 3163 f11 1"/>
                  <a:gd name="f19" fmla="*/ f12 1 f2"/>
                  <a:gd name="f20" fmla="*/ f13 1 f2"/>
                  <a:gd name="f21" fmla="*/ f14 1 f2"/>
                  <a:gd name="f22" fmla="*/ 10800 f10 1"/>
                  <a:gd name="f23" fmla="*/ 0 f11 1"/>
                  <a:gd name="f24" fmla="*/ 0 f10 1"/>
                  <a:gd name="f25" fmla="*/ 10800 f11 1"/>
                  <a:gd name="f26" fmla="*/ 21600 f11 1"/>
                  <a:gd name="f27" fmla="*/ 21600 f10 1"/>
                  <a:gd name="f28" fmla="+- 0 0 f19"/>
                  <a:gd name="f29" fmla="+- f20 0 f1"/>
                  <a:gd name="f30" fmla="+- f21 0 f1"/>
                  <a:gd name="f31" fmla="*/ f28 f0 1"/>
                  <a:gd name="f32" fmla="+- f30 0 f29"/>
                  <a:gd name="f33" fmla="*/ f31 1 f5"/>
                  <a:gd name="f34" fmla="+- f33 0 f1"/>
                  <a:gd name="f35" fmla="cos 1 f34"/>
                  <a:gd name="f36" fmla="sin 1 f34"/>
                  <a:gd name="f37" fmla="+- 0 0 f35"/>
                  <a:gd name="f38" fmla="+- 0 0 f36"/>
                  <a:gd name="f39" fmla="*/ 10800 f37 1"/>
                  <a:gd name="f40" fmla="*/ 10800 f38 1"/>
                  <a:gd name="f41" fmla="*/ f39 f39 1"/>
                  <a:gd name="f42" fmla="*/ f40 f40 1"/>
                  <a:gd name="f43" fmla="+- f41 f42 0"/>
                  <a:gd name="f44" fmla="sqrt f43"/>
                  <a:gd name="f45" fmla="*/ f6 1 f44"/>
                  <a:gd name="f46" fmla="*/ f37 f45 1"/>
                  <a:gd name="f47" fmla="*/ f38 f45 1"/>
                  <a:gd name="f48" fmla="+- 10800 0 f46"/>
                  <a:gd name="f49" fmla="+- 10800 0 f47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22" y="f23"/>
                  </a:cxn>
                  <a:cxn ang="f29">
                    <a:pos x="f15" y="f18"/>
                  </a:cxn>
                  <a:cxn ang="f29">
                    <a:pos x="f24" y="f25"/>
                  </a:cxn>
                  <a:cxn ang="f29">
                    <a:pos x="f15" y="f17"/>
                  </a:cxn>
                  <a:cxn ang="f29">
                    <a:pos x="f22" y="f26"/>
                  </a:cxn>
                  <a:cxn ang="f29">
                    <a:pos x="f16" y="f17"/>
                  </a:cxn>
                  <a:cxn ang="f29">
                    <a:pos x="f27" y="f25"/>
                  </a:cxn>
                  <a:cxn ang="f29">
                    <a:pos x="f16" y="f18"/>
                  </a:cxn>
                </a:cxnLst>
                <a:rect l="f15" t="f18" r="f16" b="f17"/>
                <a:pathLst>
                  <a:path w="21600" h="21600">
                    <a:moveTo>
                      <a:pt x="f48" y="f49"/>
                    </a:moveTo>
                    <a:arcTo wR="f9" hR="f9" stAng="f29" swAng="f32"/>
                    <a:close/>
                  </a:path>
                </a:pathLst>
              </a:custGeom>
              <a:solidFill>
                <a:srgbClr val="FFFF00"/>
              </a:solidFill>
              <a:ln w="0">
                <a:solidFill>
                  <a:srgbClr val="FFFF00"/>
                </a:solidFill>
                <a:prstDash val="solid"/>
              </a:ln>
            </p:spPr>
            <p:txBody>
              <a:bodyPr wrap="none" lIns="90000" tIns="45000" rIns="90000" bIns="45000" anchor="ctr" anchorCtr="0" compatLnSpc="0">
                <a:noAutofit/>
              </a:bodyPr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GB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51423DB-B319-91B7-85BD-46B9B84EA9DE}"/>
                </a:ext>
              </a:extLst>
            </p:cNvPr>
            <p:cNvGrpSpPr/>
            <p:nvPr/>
          </p:nvGrpSpPr>
          <p:grpSpPr>
            <a:xfrm>
              <a:off x="6665760" y="3945240"/>
              <a:ext cx="662400" cy="572400"/>
              <a:chOff x="6665760" y="3945240"/>
              <a:chExt cx="662400" cy="572400"/>
            </a:xfrm>
          </p:grpSpPr>
          <p:sp>
            <p:nvSpPr>
              <p:cNvPr id="9" name="Freeform 79">
                <a:extLst>
                  <a:ext uri="{FF2B5EF4-FFF2-40B4-BE49-F238E27FC236}">
                    <a16:creationId xmlns:a16="http://schemas.microsoft.com/office/drawing/2014/main" id="{0C7D7A72-F7B5-59F7-9BFC-2C90D93442DE}"/>
                  </a:ext>
                </a:extLst>
              </p:cNvPr>
              <p:cNvSpPr/>
              <p:nvPr/>
            </p:nvSpPr>
            <p:spPr>
              <a:xfrm>
                <a:off x="6665760" y="3945240"/>
                <a:ext cx="662400" cy="572400"/>
              </a:xfrm>
              <a:custGeom>
                <a:avLst/>
                <a:gdLst>
                  <a:gd name="f0" fmla="val 0"/>
                  <a:gd name="f1" fmla="val 21600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l" t="t" r="r" b="b"/>
                <a:pathLst>
                  <a:path w="21600" h="21600">
                    <a:moveTo>
                      <a:pt x="f0" y="f0"/>
                    </a:moveTo>
                    <a:lnTo>
                      <a:pt x="f1" y="f0"/>
                    </a:lnTo>
                    <a:lnTo>
                      <a:pt x="f1" y="f1"/>
                    </a:lnTo>
                    <a:lnTo>
                      <a:pt x="f0" y="f1"/>
                    </a:lnTo>
                    <a:lnTo>
                      <a:pt x="f0" y="f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</a:ln>
            </p:spPr>
            <p:txBody>
              <a:bodyPr wrap="none" lIns="90000" tIns="45000" rIns="90000" bIns="45000" anchor="ctr" anchorCtr="0" compatLnSpc="0">
                <a:noAutofit/>
              </a:bodyPr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GB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0" name="Freeform 80">
                <a:extLst>
                  <a:ext uri="{FF2B5EF4-FFF2-40B4-BE49-F238E27FC236}">
                    <a16:creationId xmlns:a16="http://schemas.microsoft.com/office/drawing/2014/main" id="{2371947C-F501-477C-B6D2-FF26A24EE699}"/>
                  </a:ext>
                </a:extLst>
              </p:cNvPr>
              <p:cNvSpPr/>
              <p:nvPr/>
            </p:nvSpPr>
            <p:spPr>
              <a:xfrm>
                <a:off x="6711840" y="3979080"/>
                <a:ext cx="114480" cy="105120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*/ 5419351 1 1725033"/>
                  <a:gd name="f6" fmla="*/ 10800 10800 1"/>
                  <a:gd name="f7" fmla="+- 0 0 0"/>
                  <a:gd name="f8" fmla="+- 0 0 360"/>
                  <a:gd name="f9" fmla="val 10800"/>
                  <a:gd name="f10" fmla="*/ f3 1 21600"/>
                  <a:gd name="f11" fmla="*/ f4 1 21600"/>
                  <a:gd name="f12" fmla="*/ 0 f5 1"/>
                  <a:gd name="f13" fmla="*/ f7 f0 1"/>
                  <a:gd name="f14" fmla="*/ f8 f0 1"/>
                  <a:gd name="f15" fmla="*/ 3163 f10 1"/>
                  <a:gd name="f16" fmla="*/ 18437 f10 1"/>
                  <a:gd name="f17" fmla="*/ 18437 f11 1"/>
                  <a:gd name="f18" fmla="*/ 3163 f11 1"/>
                  <a:gd name="f19" fmla="*/ f12 1 f2"/>
                  <a:gd name="f20" fmla="*/ f13 1 f2"/>
                  <a:gd name="f21" fmla="*/ f14 1 f2"/>
                  <a:gd name="f22" fmla="*/ 10800 f10 1"/>
                  <a:gd name="f23" fmla="*/ 0 f11 1"/>
                  <a:gd name="f24" fmla="*/ 0 f10 1"/>
                  <a:gd name="f25" fmla="*/ 10800 f11 1"/>
                  <a:gd name="f26" fmla="*/ 21600 f11 1"/>
                  <a:gd name="f27" fmla="*/ 21600 f10 1"/>
                  <a:gd name="f28" fmla="+- 0 0 f19"/>
                  <a:gd name="f29" fmla="+- f20 0 f1"/>
                  <a:gd name="f30" fmla="+- f21 0 f1"/>
                  <a:gd name="f31" fmla="*/ f28 f0 1"/>
                  <a:gd name="f32" fmla="+- f30 0 f29"/>
                  <a:gd name="f33" fmla="*/ f31 1 f5"/>
                  <a:gd name="f34" fmla="+- f33 0 f1"/>
                  <a:gd name="f35" fmla="cos 1 f34"/>
                  <a:gd name="f36" fmla="sin 1 f34"/>
                  <a:gd name="f37" fmla="+- 0 0 f35"/>
                  <a:gd name="f38" fmla="+- 0 0 f36"/>
                  <a:gd name="f39" fmla="*/ 10800 f37 1"/>
                  <a:gd name="f40" fmla="*/ 10800 f38 1"/>
                  <a:gd name="f41" fmla="*/ f39 f39 1"/>
                  <a:gd name="f42" fmla="*/ f40 f40 1"/>
                  <a:gd name="f43" fmla="+- f41 f42 0"/>
                  <a:gd name="f44" fmla="sqrt f43"/>
                  <a:gd name="f45" fmla="*/ f6 1 f44"/>
                  <a:gd name="f46" fmla="*/ f37 f45 1"/>
                  <a:gd name="f47" fmla="*/ f38 f45 1"/>
                  <a:gd name="f48" fmla="+- 10800 0 f46"/>
                  <a:gd name="f49" fmla="+- 10800 0 f47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22" y="f23"/>
                  </a:cxn>
                  <a:cxn ang="f29">
                    <a:pos x="f15" y="f18"/>
                  </a:cxn>
                  <a:cxn ang="f29">
                    <a:pos x="f24" y="f25"/>
                  </a:cxn>
                  <a:cxn ang="f29">
                    <a:pos x="f15" y="f17"/>
                  </a:cxn>
                  <a:cxn ang="f29">
                    <a:pos x="f22" y="f26"/>
                  </a:cxn>
                  <a:cxn ang="f29">
                    <a:pos x="f16" y="f17"/>
                  </a:cxn>
                  <a:cxn ang="f29">
                    <a:pos x="f27" y="f25"/>
                  </a:cxn>
                  <a:cxn ang="f29">
                    <a:pos x="f16" y="f18"/>
                  </a:cxn>
                </a:cxnLst>
                <a:rect l="f15" t="f18" r="f16" b="f17"/>
                <a:pathLst>
                  <a:path w="21600" h="21600">
                    <a:moveTo>
                      <a:pt x="f48" y="f49"/>
                    </a:moveTo>
                    <a:arcTo wR="f9" hR="f9" stAng="f29" swAng="f32"/>
                    <a:close/>
                  </a:path>
                </a:pathLst>
              </a:custGeom>
              <a:solidFill>
                <a:srgbClr val="FFFF00"/>
              </a:solidFill>
              <a:ln w="0">
                <a:solidFill>
                  <a:srgbClr val="FFFF00"/>
                </a:solidFill>
                <a:prstDash val="solid"/>
              </a:ln>
            </p:spPr>
            <p:txBody>
              <a:bodyPr wrap="none" lIns="90000" tIns="45000" rIns="90000" bIns="45000" anchor="ctr" anchorCtr="0" compatLnSpc="0">
                <a:noAutofit/>
              </a:bodyPr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GB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1" name="Freeform 81">
                <a:extLst>
                  <a:ext uri="{FF2B5EF4-FFF2-40B4-BE49-F238E27FC236}">
                    <a16:creationId xmlns:a16="http://schemas.microsoft.com/office/drawing/2014/main" id="{52D2F659-89FD-5EE1-63DC-2EA46DC1322E}"/>
                  </a:ext>
                </a:extLst>
              </p:cNvPr>
              <p:cNvSpPr/>
              <p:nvPr/>
            </p:nvSpPr>
            <p:spPr>
              <a:xfrm>
                <a:off x="6865560" y="3979080"/>
                <a:ext cx="114480" cy="105120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*/ 5419351 1 1725033"/>
                  <a:gd name="f6" fmla="*/ 10800 10800 1"/>
                  <a:gd name="f7" fmla="+- 0 0 0"/>
                  <a:gd name="f8" fmla="+- 0 0 360"/>
                  <a:gd name="f9" fmla="val 10800"/>
                  <a:gd name="f10" fmla="*/ f3 1 21600"/>
                  <a:gd name="f11" fmla="*/ f4 1 21600"/>
                  <a:gd name="f12" fmla="*/ 0 f5 1"/>
                  <a:gd name="f13" fmla="*/ f7 f0 1"/>
                  <a:gd name="f14" fmla="*/ f8 f0 1"/>
                  <a:gd name="f15" fmla="*/ 3163 f10 1"/>
                  <a:gd name="f16" fmla="*/ 18437 f10 1"/>
                  <a:gd name="f17" fmla="*/ 18437 f11 1"/>
                  <a:gd name="f18" fmla="*/ 3163 f11 1"/>
                  <a:gd name="f19" fmla="*/ f12 1 f2"/>
                  <a:gd name="f20" fmla="*/ f13 1 f2"/>
                  <a:gd name="f21" fmla="*/ f14 1 f2"/>
                  <a:gd name="f22" fmla="*/ 10800 f10 1"/>
                  <a:gd name="f23" fmla="*/ 0 f11 1"/>
                  <a:gd name="f24" fmla="*/ 0 f10 1"/>
                  <a:gd name="f25" fmla="*/ 10800 f11 1"/>
                  <a:gd name="f26" fmla="*/ 21600 f11 1"/>
                  <a:gd name="f27" fmla="*/ 21600 f10 1"/>
                  <a:gd name="f28" fmla="+- 0 0 f19"/>
                  <a:gd name="f29" fmla="+- f20 0 f1"/>
                  <a:gd name="f30" fmla="+- f21 0 f1"/>
                  <a:gd name="f31" fmla="*/ f28 f0 1"/>
                  <a:gd name="f32" fmla="+- f30 0 f29"/>
                  <a:gd name="f33" fmla="*/ f31 1 f5"/>
                  <a:gd name="f34" fmla="+- f33 0 f1"/>
                  <a:gd name="f35" fmla="cos 1 f34"/>
                  <a:gd name="f36" fmla="sin 1 f34"/>
                  <a:gd name="f37" fmla="+- 0 0 f35"/>
                  <a:gd name="f38" fmla="+- 0 0 f36"/>
                  <a:gd name="f39" fmla="*/ 10800 f37 1"/>
                  <a:gd name="f40" fmla="*/ 10800 f38 1"/>
                  <a:gd name="f41" fmla="*/ f39 f39 1"/>
                  <a:gd name="f42" fmla="*/ f40 f40 1"/>
                  <a:gd name="f43" fmla="+- f41 f42 0"/>
                  <a:gd name="f44" fmla="sqrt f43"/>
                  <a:gd name="f45" fmla="*/ f6 1 f44"/>
                  <a:gd name="f46" fmla="*/ f37 f45 1"/>
                  <a:gd name="f47" fmla="*/ f38 f45 1"/>
                  <a:gd name="f48" fmla="+- 10800 0 f46"/>
                  <a:gd name="f49" fmla="+- 10800 0 f47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22" y="f23"/>
                  </a:cxn>
                  <a:cxn ang="f29">
                    <a:pos x="f15" y="f18"/>
                  </a:cxn>
                  <a:cxn ang="f29">
                    <a:pos x="f24" y="f25"/>
                  </a:cxn>
                  <a:cxn ang="f29">
                    <a:pos x="f15" y="f17"/>
                  </a:cxn>
                  <a:cxn ang="f29">
                    <a:pos x="f22" y="f26"/>
                  </a:cxn>
                  <a:cxn ang="f29">
                    <a:pos x="f16" y="f17"/>
                  </a:cxn>
                  <a:cxn ang="f29">
                    <a:pos x="f27" y="f25"/>
                  </a:cxn>
                  <a:cxn ang="f29">
                    <a:pos x="f16" y="f18"/>
                  </a:cxn>
                </a:cxnLst>
                <a:rect l="f15" t="f18" r="f16" b="f17"/>
                <a:pathLst>
                  <a:path w="21600" h="21600">
                    <a:moveTo>
                      <a:pt x="f48" y="f49"/>
                    </a:moveTo>
                    <a:arcTo wR="f9" hR="f9" stAng="f29" swAng="f32"/>
                    <a:close/>
                  </a:path>
                </a:pathLst>
              </a:custGeom>
              <a:solidFill>
                <a:srgbClr val="0000FF"/>
              </a:solidFill>
              <a:ln w="0">
                <a:solidFill>
                  <a:srgbClr val="0000FF"/>
                </a:solidFill>
                <a:prstDash val="solid"/>
              </a:ln>
            </p:spPr>
            <p:txBody>
              <a:bodyPr wrap="none" lIns="90000" tIns="45000" rIns="90000" bIns="45000" anchor="ctr" anchorCtr="0" compatLnSpc="0">
                <a:noAutofit/>
              </a:bodyPr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GB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2" name="Freeform 82">
                <a:extLst>
                  <a:ext uri="{FF2B5EF4-FFF2-40B4-BE49-F238E27FC236}">
                    <a16:creationId xmlns:a16="http://schemas.microsoft.com/office/drawing/2014/main" id="{F2BC33C9-7EAE-9EA1-33BC-368F53354A41}"/>
                  </a:ext>
                </a:extLst>
              </p:cNvPr>
              <p:cNvSpPr/>
              <p:nvPr/>
            </p:nvSpPr>
            <p:spPr>
              <a:xfrm>
                <a:off x="7018920" y="3979080"/>
                <a:ext cx="114840" cy="105120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*/ 5419351 1 1725033"/>
                  <a:gd name="f6" fmla="*/ 10800 10800 1"/>
                  <a:gd name="f7" fmla="+- 0 0 0"/>
                  <a:gd name="f8" fmla="+- 0 0 360"/>
                  <a:gd name="f9" fmla="val 10800"/>
                  <a:gd name="f10" fmla="*/ f3 1 21600"/>
                  <a:gd name="f11" fmla="*/ f4 1 21600"/>
                  <a:gd name="f12" fmla="*/ 0 f5 1"/>
                  <a:gd name="f13" fmla="*/ f7 f0 1"/>
                  <a:gd name="f14" fmla="*/ f8 f0 1"/>
                  <a:gd name="f15" fmla="*/ 3163 f10 1"/>
                  <a:gd name="f16" fmla="*/ 18437 f10 1"/>
                  <a:gd name="f17" fmla="*/ 18437 f11 1"/>
                  <a:gd name="f18" fmla="*/ 3163 f11 1"/>
                  <a:gd name="f19" fmla="*/ f12 1 f2"/>
                  <a:gd name="f20" fmla="*/ f13 1 f2"/>
                  <a:gd name="f21" fmla="*/ f14 1 f2"/>
                  <a:gd name="f22" fmla="*/ 10800 f10 1"/>
                  <a:gd name="f23" fmla="*/ 0 f11 1"/>
                  <a:gd name="f24" fmla="*/ 0 f10 1"/>
                  <a:gd name="f25" fmla="*/ 10800 f11 1"/>
                  <a:gd name="f26" fmla="*/ 21600 f11 1"/>
                  <a:gd name="f27" fmla="*/ 21600 f10 1"/>
                  <a:gd name="f28" fmla="+- 0 0 f19"/>
                  <a:gd name="f29" fmla="+- f20 0 f1"/>
                  <a:gd name="f30" fmla="+- f21 0 f1"/>
                  <a:gd name="f31" fmla="*/ f28 f0 1"/>
                  <a:gd name="f32" fmla="+- f30 0 f29"/>
                  <a:gd name="f33" fmla="*/ f31 1 f5"/>
                  <a:gd name="f34" fmla="+- f33 0 f1"/>
                  <a:gd name="f35" fmla="cos 1 f34"/>
                  <a:gd name="f36" fmla="sin 1 f34"/>
                  <a:gd name="f37" fmla="+- 0 0 f35"/>
                  <a:gd name="f38" fmla="+- 0 0 f36"/>
                  <a:gd name="f39" fmla="*/ 10800 f37 1"/>
                  <a:gd name="f40" fmla="*/ 10800 f38 1"/>
                  <a:gd name="f41" fmla="*/ f39 f39 1"/>
                  <a:gd name="f42" fmla="*/ f40 f40 1"/>
                  <a:gd name="f43" fmla="+- f41 f42 0"/>
                  <a:gd name="f44" fmla="sqrt f43"/>
                  <a:gd name="f45" fmla="*/ f6 1 f44"/>
                  <a:gd name="f46" fmla="*/ f37 f45 1"/>
                  <a:gd name="f47" fmla="*/ f38 f45 1"/>
                  <a:gd name="f48" fmla="+- 10800 0 f46"/>
                  <a:gd name="f49" fmla="+- 10800 0 f47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22" y="f23"/>
                  </a:cxn>
                  <a:cxn ang="f29">
                    <a:pos x="f15" y="f18"/>
                  </a:cxn>
                  <a:cxn ang="f29">
                    <a:pos x="f24" y="f25"/>
                  </a:cxn>
                  <a:cxn ang="f29">
                    <a:pos x="f15" y="f17"/>
                  </a:cxn>
                  <a:cxn ang="f29">
                    <a:pos x="f22" y="f26"/>
                  </a:cxn>
                  <a:cxn ang="f29">
                    <a:pos x="f16" y="f17"/>
                  </a:cxn>
                  <a:cxn ang="f29">
                    <a:pos x="f27" y="f25"/>
                  </a:cxn>
                  <a:cxn ang="f29">
                    <a:pos x="f16" y="f18"/>
                  </a:cxn>
                </a:cxnLst>
                <a:rect l="f15" t="f18" r="f16" b="f17"/>
                <a:pathLst>
                  <a:path w="21600" h="21600">
                    <a:moveTo>
                      <a:pt x="f48" y="f49"/>
                    </a:moveTo>
                    <a:arcTo wR="f9" hR="f9" stAng="f29" swAng="f32"/>
                    <a:close/>
                  </a:path>
                </a:pathLst>
              </a:custGeom>
              <a:solidFill>
                <a:srgbClr val="FFFF00"/>
              </a:solidFill>
              <a:ln w="0">
                <a:solidFill>
                  <a:srgbClr val="FFFF00"/>
                </a:solidFill>
                <a:prstDash val="solid"/>
              </a:ln>
            </p:spPr>
            <p:txBody>
              <a:bodyPr wrap="none" lIns="90000" tIns="45000" rIns="90000" bIns="45000" anchor="ctr" anchorCtr="0" compatLnSpc="0">
                <a:noAutofit/>
              </a:bodyPr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GB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3" name="Freeform 83">
                <a:extLst>
                  <a:ext uri="{FF2B5EF4-FFF2-40B4-BE49-F238E27FC236}">
                    <a16:creationId xmlns:a16="http://schemas.microsoft.com/office/drawing/2014/main" id="{F5B7DA7E-6D02-0EF3-6F91-C387EB85D1C2}"/>
                  </a:ext>
                </a:extLst>
              </p:cNvPr>
              <p:cNvSpPr/>
              <p:nvPr/>
            </p:nvSpPr>
            <p:spPr>
              <a:xfrm>
                <a:off x="7172640" y="3979080"/>
                <a:ext cx="114480" cy="105120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*/ 5419351 1 1725033"/>
                  <a:gd name="f6" fmla="*/ 10800 10800 1"/>
                  <a:gd name="f7" fmla="+- 0 0 0"/>
                  <a:gd name="f8" fmla="+- 0 0 360"/>
                  <a:gd name="f9" fmla="val 10800"/>
                  <a:gd name="f10" fmla="*/ f3 1 21600"/>
                  <a:gd name="f11" fmla="*/ f4 1 21600"/>
                  <a:gd name="f12" fmla="*/ 0 f5 1"/>
                  <a:gd name="f13" fmla="*/ f7 f0 1"/>
                  <a:gd name="f14" fmla="*/ f8 f0 1"/>
                  <a:gd name="f15" fmla="*/ 3163 f10 1"/>
                  <a:gd name="f16" fmla="*/ 18437 f10 1"/>
                  <a:gd name="f17" fmla="*/ 18437 f11 1"/>
                  <a:gd name="f18" fmla="*/ 3163 f11 1"/>
                  <a:gd name="f19" fmla="*/ f12 1 f2"/>
                  <a:gd name="f20" fmla="*/ f13 1 f2"/>
                  <a:gd name="f21" fmla="*/ f14 1 f2"/>
                  <a:gd name="f22" fmla="*/ 10800 f10 1"/>
                  <a:gd name="f23" fmla="*/ 0 f11 1"/>
                  <a:gd name="f24" fmla="*/ 0 f10 1"/>
                  <a:gd name="f25" fmla="*/ 10800 f11 1"/>
                  <a:gd name="f26" fmla="*/ 21600 f11 1"/>
                  <a:gd name="f27" fmla="*/ 21600 f10 1"/>
                  <a:gd name="f28" fmla="+- 0 0 f19"/>
                  <a:gd name="f29" fmla="+- f20 0 f1"/>
                  <a:gd name="f30" fmla="+- f21 0 f1"/>
                  <a:gd name="f31" fmla="*/ f28 f0 1"/>
                  <a:gd name="f32" fmla="+- f30 0 f29"/>
                  <a:gd name="f33" fmla="*/ f31 1 f5"/>
                  <a:gd name="f34" fmla="+- f33 0 f1"/>
                  <a:gd name="f35" fmla="cos 1 f34"/>
                  <a:gd name="f36" fmla="sin 1 f34"/>
                  <a:gd name="f37" fmla="+- 0 0 f35"/>
                  <a:gd name="f38" fmla="+- 0 0 f36"/>
                  <a:gd name="f39" fmla="*/ 10800 f37 1"/>
                  <a:gd name="f40" fmla="*/ 10800 f38 1"/>
                  <a:gd name="f41" fmla="*/ f39 f39 1"/>
                  <a:gd name="f42" fmla="*/ f40 f40 1"/>
                  <a:gd name="f43" fmla="+- f41 f42 0"/>
                  <a:gd name="f44" fmla="sqrt f43"/>
                  <a:gd name="f45" fmla="*/ f6 1 f44"/>
                  <a:gd name="f46" fmla="*/ f37 f45 1"/>
                  <a:gd name="f47" fmla="*/ f38 f45 1"/>
                  <a:gd name="f48" fmla="+- 10800 0 f46"/>
                  <a:gd name="f49" fmla="+- 10800 0 f47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22" y="f23"/>
                  </a:cxn>
                  <a:cxn ang="f29">
                    <a:pos x="f15" y="f18"/>
                  </a:cxn>
                  <a:cxn ang="f29">
                    <a:pos x="f24" y="f25"/>
                  </a:cxn>
                  <a:cxn ang="f29">
                    <a:pos x="f15" y="f17"/>
                  </a:cxn>
                  <a:cxn ang="f29">
                    <a:pos x="f22" y="f26"/>
                  </a:cxn>
                  <a:cxn ang="f29">
                    <a:pos x="f16" y="f17"/>
                  </a:cxn>
                  <a:cxn ang="f29">
                    <a:pos x="f27" y="f25"/>
                  </a:cxn>
                  <a:cxn ang="f29">
                    <a:pos x="f16" y="f18"/>
                  </a:cxn>
                </a:cxnLst>
                <a:rect l="f15" t="f18" r="f16" b="f17"/>
                <a:pathLst>
                  <a:path w="21600" h="21600">
                    <a:moveTo>
                      <a:pt x="f48" y="f49"/>
                    </a:moveTo>
                    <a:arcTo wR="f9" hR="f9" stAng="f29" swAng="f32"/>
                    <a:close/>
                  </a:path>
                </a:pathLst>
              </a:custGeom>
              <a:solidFill>
                <a:srgbClr val="0000FF"/>
              </a:solidFill>
              <a:ln w="0">
                <a:solidFill>
                  <a:srgbClr val="0000FF"/>
                </a:solidFill>
                <a:prstDash val="solid"/>
              </a:ln>
            </p:spPr>
            <p:txBody>
              <a:bodyPr wrap="none" lIns="90000" tIns="45000" rIns="90000" bIns="45000" anchor="ctr" anchorCtr="0" compatLnSpc="0">
                <a:noAutofit/>
              </a:bodyPr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GB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4" name="Freeform 84">
                <a:extLst>
                  <a:ext uri="{FF2B5EF4-FFF2-40B4-BE49-F238E27FC236}">
                    <a16:creationId xmlns:a16="http://schemas.microsoft.com/office/drawing/2014/main" id="{26AA3AF0-8B39-1227-95CF-A5B4B2133180}"/>
                  </a:ext>
                </a:extLst>
              </p:cNvPr>
              <p:cNvSpPr/>
              <p:nvPr/>
            </p:nvSpPr>
            <p:spPr>
              <a:xfrm>
                <a:off x="6712200" y="4110479"/>
                <a:ext cx="114480" cy="105120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*/ 5419351 1 1725033"/>
                  <a:gd name="f6" fmla="*/ 10800 10800 1"/>
                  <a:gd name="f7" fmla="+- 0 0 0"/>
                  <a:gd name="f8" fmla="+- 0 0 360"/>
                  <a:gd name="f9" fmla="val 10800"/>
                  <a:gd name="f10" fmla="*/ f3 1 21600"/>
                  <a:gd name="f11" fmla="*/ f4 1 21600"/>
                  <a:gd name="f12" fmla="*/ 0 f5 1"/>
                  <a:gd name="f13" fmla="*/ f7 f0 1"/>
                  <a:gd name="f14" fmla="*/ f8 f0 1"/>
                  <a:gd name="f15" fmla="*/ 3163 f10 1"/>
                  <a:gd name="f16" fmla="*/ 18437 f10 1"/>
                  <a:gd name="f17" fmla="*/ 18437 f11 1"/>
                  <a:gd name="f18" fmla="*/ 3163 f11 1"/>
                  <a:gd name="f19" fmla="*/ f12 1 f2"/>
                  <a:gd name="f20" fmla="*/ f13 1 f2"/>
                  <a:gd name="f21" fmla="*/ f14 1 f2"/>
                  <a:gd name="f22" fmla="*/ 10800 f10 1"/>
                  <a:gd name="f23" fmla="*/ 0 f11 1"/>
                  <a:gd name="f24" fmla="*/ 0 f10 1"/>
                  <a:gd name="f25" fmla="*/ 10800 f11 1"/>
                  <a:gd name="f26" fmla="*/ 21600 f11 1"/>
                  <a:gd name="f27" fmla="*/ 21600 f10 1"/>
                  <a:gd name="f28" fmla="+- 0 0 f19"/>
                  <a:gd name="f29" fmla="+- f20 0 f1"/>
                  <a:gd name="f30" fmla="+- f21 0 f1"/>
                  <a:gd name="f31" fmla="*/ f28 f0 1"/>
                  <a:gd name="f32" fmla="+- f30 0 f29"/>
                  <a:gd name="f33" fmla="*/ f31 1 f5"/>
                  <a:gd name="f34" fmla="+- f33 0 f1"/>
                  <a:gd name="f35" fmla="cos 1 f34"/>
                  <a:gd name="f36" fmla="sin 1 f34"/>
                  <a:gd name="f37" fmla="+- 0 0 f35"/>
                  <a:gd name="f38" fmla="+- 0 0 f36"/>
                  <a:gd name="f39" fmla="*/ 10800 f37 1"/>
                  <a:gd name="f40" fmla="*/ 10800 f38 1"/>
                  <a:gd name="f41" fmla="*/ f39 f39 1"/>
                  <a:gd name="f42" fmla="*/ f40 f40 1"/>
                  <a:gd name="f43" fmla="+- f41 f42 0"/>
                  <a:gd name="f44" fmla="sqrt f43"/>
                  <a:gd name="f45" fmla="*/ f6 1 f44"/>
                  <a:gd name="f46" fmla="*/ f37 f45 1"/>
                  <a:gd name="f47" fmla="*/ f38 f45 1"/>
                  <a:gd name="f48" fmla="+- 10800 0 f46"/>
                  <a:gd name="f49" fmla="+- 10800 0 f47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22" y="f23"/>
                  </a:cxn>
                  <a:cxn ang="f29">
                    <a:pos x="f15" y="f18"/>
                  </a:cxn>
                  <a:cxn ang="f29">
                    <a:pos x="f24" y="f25"/>
                  </a:cxn>
                  <a:cxn ang="f29">
                    <a:pos x="f15" y="f17"/>
                  </a:cxn>
                  <a:cxn ang="f29">
                    <a:pos x="f22" y="f26"/>
                  </a:cxn>
                  <a:cxn ang="f29">
                    <a:pos x="f16" y="f17"/>
                  </a:cxn>
                  <a:cxn ang="f29">
                    <a:pos x="f27" y="f25"/>
                  </a:cxn>
                  <a:cxn ang="f29">
                    <a:pos x="f16" y="f18"/>
                  </a:cxn>
                </a:cxnLst>
                <a:rect l="f15" t="f18" r="f16" b="f17"/>
                <a:pathLst>
                  <a:path w="21600" h="21600">
                    <a:moveTo>
                      <a:pt x="f48" y="f49"/>
                    </a:moveTo>
                    <a:arcTo wR="f9" hR="f9" stAng="f29" swAng="f32"/>
                    <a:close/>
                  </a:path>
                </a:pathLst>
              </a:custGeom>
              <a:solidFill>
                <a:srgbClr val="0000FF"/>
              </a:solidFill>
              <a:ln w="0">
                <a:solidFill>
                  <a:srgbClr val="0000FF"/>
                </a:solidFill>
                <a:prstDash val="solid"/>
              </a:ln>
            </p:spPr>
            <p:txBody>
              <a:bodyPr wrap="none" lIns="90000" tIns="45000" rIns="90000" bIns="45000" anchor="ctr" anchorCtr="0" compatLnSpc="0">
                <a:noAutofit/>
              </a:bodyPr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GB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5" name="Freeform 85">
                <a:extLst>
                  <a:ext uri="{FF2B5EF4-FFF2-40B4-BE49-F238E27FC236}">
                    <a16:creationId xmlns:a16="http://schemas.microsoft.com/office/drawing/2014/main" id="{5606D587-6905-0AAC-D473-4F24E5D2C018}"/>
                  </a:ext>
                </a:extLst>
              </p:cNvPr>
              <p:cNvSpPr/>
              <p:nvPr/>
            </p:nvSpPr>
            <p:spPr>
              <a:xfrm>
                <a:off x="6865560" y="4110479"/>
                <a:ext cx="114480" cy="105120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*/ 5419351 1 1725033"/>
                  <a:gd name="f6" fmla="*/ 10800 10800 1"/>
                  <a:gd name="f7" fmla="+- 0 0 0"/>
                  <a:gd name="f8" fmla="+- 0 0 360"/>
                  <a:gd name="f9" fmla="val 10800"/>
                  <a:gd name="f10" fmla="*/ f3 1 21600"/>
                  <a:gd name="f11" fmla="*/ f4 1 21600"/>
                  <a:gd name="f12" fmla="*/ 0 f5 1"/>
                  <a:gd name="f13" fmla="*/ f7 f0 1"/>
                  <a:gd name="f14" fmla="*/ f8 f0 1"/>
                  <a:gd name="f15" fmla="*/ 3163 f10 1"/>
                  <a:gd name="f16" fmla="*/ 18437 f10 1"/>
                  <a:gd name="f17" fmla="*/ 18437 f11 1"/>
                  <a:gd name="f18" fmla="*/ 3163 f11 1"/>
                  <a:gd name="f19" fmla="*/ f12 1 f2"/>
                  <a:gd name="f20" fmla="*/ f13 1 f2"/>
                  <a:gd name="f21" fmla="*/ f14 1 f2"/>
                  <a:gd name="f22" fmla="*/ 10800 f10 1"/>
                  <a:gd name="f23" fmla="*/ 0 f11 1"/>
                  <a:gd name="f24" fmla="*/ 0 f10 1"/>
                  <a:gd name="f25" fmla="*/ 10800 f11 1"/>
                  <a:gd name="f26" fmla="*/ 21600 f11 1"/>
                  <a:gd name="f27" fmla="*/ 21600 f10 1"/>
                  <a:gd name="f28" fmla="+- 0 0 f19"/>
                  <a:gd name="f29" fmla="+- f20 0 f1"/>
                  <a:gd name="f30" fmla="+- f21 0 f1"/>
                  <a:gd name="f31" fmla="*/ f28 f0 1"/>
                  <a:gd name="f32" fmla="+- f30 0 f29"/>
                  <a:gd name="f33" fmla="*/ f31 1 f5"/>
                  <a:gd name="f34" fmla="+- f33 0 f1"/>
                  <a:gd name="f35" fmla="cos 1 f34"/>
                  <a:gd name="f36" fmla="sin 1 f34"/>
                  <a:gd name="f37" fmla="+- 0 0 f35"/>
                  <a:gd name="f38" fmla="+- 0 0 f36"/>
                  <a:gd name="f39" fmla="*/ 10800 f37 1"/>
                  <a:gd name="f40" fmla="*/ 10800 f38 1"/>
                  <a:gd name="f41" fmla="*/ f39 f39 1"/>
                  <a:gd name="f42" fmla="*/ f40 f40 1"/>
                  <a:gd name="f43" fmla="+- f41 f42 0"/>
                  <a:gd name="f44" fmla="sqrt f43"/>
                  <a:gd name="f45" fmla="*/ f6 1 f44"/>
                  <a:gd name="f46" fmla="*/ f37 f45 1"/>
                  <a:gd name="f47" fmla="*/ f38 f45 1"/>
                  <a:gd name="f48" fmla="+- 10800 0 f46"/>
                  <a:gd name="f49" fmla="+- 10800 0 f47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22" y="f23"/>
                  </a:cxn>
                  <a:cxn ang="f29">
                    <a:pos x="f15" y="f18"/>
                  </a:cxn>
                  <a:cxn ang="f29">
                    <a:pos x="f24" y="f25"/>
                  </a:cxn>
                  <a:cxn ang="f29">
                    <a:pos x="f15" y="f17"/>
                  </a:cxn>
                  <a:cxn ang="f29">
                    <a:pos x="f22" y="f26"/>
                  </a:cxn>
                  <a:cxn ang="f29">
                    <a:pos x="f16" y="f17"/>
                  </a:cxn>
                  <a:cxn ang="f29">
                    <a:pos x="f27" y="f25"/>
                  </a:cxn>
                  <a:cxn ang="f29">
                    <a:pos x="f16" y="f18"/>
                  </a:cxn>
                </a:cxnLst>
                <a:rect l="f15" t="f18" r="f16" b="f17"/>
                <a:pathLst>
                  <a:path w="21600" h="21600">
                    <a:moveTo>
                      <a:pt x="f48" y="f49"/>
                    </a:moveTo>
                    <a:arcTo wR="f9" hR="f9" stAng="f29" swAng="f32"/>
                    <a:close/>
                  </a:path>
                </a:pathLst>
              </a:custGeom>
              <a:solidFill>
                <a:srgbClr val="FFFF00"/>
              </a:solidFill>
              <a:ln w="19080">
                <a:solidFill>
                  <a:srgbClr val="FF0000"/>
                </a:solidFill>
                <a:prstDash val="solid"/>
              </a:ln>
            </p:spPr>
            <p:txBody>
              <a:bodyPr wrap="none" lIns="99360" tIns="54360" rIns="99360" bIns="54360" anchor="ctr" anchorCtr="0" compatLnSpc="0">
                <a:noAutofit/>
              </a:bodyPr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GB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6" name="Freeform 86">
                <a:extLst>
                  <a:ext uri="{FF2B5EF4-FFF2-40B4-BE49-F238E27FC236}">
                    <a16:creationId xmlns:a16="http://schemas.microsoft.com/office/drawing/2014/main" id="{47C59EFC-9383-EE3F-0F29-F57871687ADB}"/>
                  </a:ext>
                </a:extLst>
              </p:cNvPr>
              <p:cNvSpPr/>
              <p:nvPr/>
            </p:nvSpPr>
            <p:spPr>
              <a:xfrm>
                <a:off x="7018920" y="4110479"/>
                <a:ext cx="114840" cy="105120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*/ 5419351 1 1725033"/>
                  <a:gd name="f6" fmla="*/ 10800 10800 1"/>
                  <a:gd name="f7" fmla="+- 0 0 0"/>
                  <a:gd name="f8" fmla="+- 0 0 360"/>
                  <a:gd name="f9" fmla="val 10800"/>
                  <a:gd name="f10" fmla="*/ f3 1 21600"/>
                  <a:gd name="f11" fmla="*/ f4 1 21600"/>
                  <a:gd name="f12" fmla="*/ 0 f5 1"/>
                  <a:gd name="f13" fmla="*/ f7 f0 1"/>
                  <a:gd name="f14" fmla="*/ f8 f0 1"/>
                  <a:gd name="f15" fmla="*/ 3163 f10 1"/>
                  <a:gd name="f16" fmla="*/ 18437 f10 1"/>
                  <a:gd name="f17" fmla="*/ 18437 f11 1"/>
                  <a:gd name="f18" fmla="*/ 3163 f11 1"/>
                  <a:gd name="f19" fmla="*/ f12 1 f2"/>
                  <a:gd name="f20" fmla="*/ f13 1 f2"/>
                  <a:gd name="f21" fmla="*/ f14 1 f2"/>
                  <a:gd name="f22" fmla="*/ 10800 f10 1"/>
                  <a:gd name="f23" fmla="*/ 0 f11 1"/>
                  <a:gd name="f24" fmla="*/ 0 f10 1"/>
                  <a:gd name="f25" fmla="*/ 10800 f11 1"/>
                  <a:gd name="f26" fmla="*/ 21600 f11 1"/>
                  <a:gd name="f27" fmla="*/ 21600 f10 1"/>
                  <a:gd name="f28" fmla="+- 0 0 f19"/>
                  <a:gd name="f29" fmla="+- f20 0 f1"/>
                  <a:gd name="f30" fmla="+- f21 0 f1"/>
                  <a:gd name="f31" fmla="*/ f28 f0 1"/>
                  <a:gd name="f32" fmla="+- f30 0 f29"/>
                  <a:gd name="f33" fmla="*/ f31 1 f5"/>
                  <a:gd name="f34" fmla="+- f33 0 f1"/>
                  <a:gd name="f35" fmla="cos 1 f34"/>
                  <a:gd name="f36" fmla="sin 1 f34"/>
                  <a:gd name="f37" fmla="+- 0 0 f35"/>
                  <a:gd name="f38" fmla="+- 0 0 f36"/>
                  <a:gd name="f39" fmla="*/ 10800 f37 1"/>
                  <a:gd name="f40" fmla="*/ 10800 f38 1"/>
                  <a:gd name="f41" fmla="*/ f39 f39 1"/>
                  <a:gd name="f42" fmla="*/ f40 f40 1"/>
                  <a:gd name="f43" fmla="+- f41 f42 0"/>
                  <a:gd name="f44" fmla="sqrt f43"/>
                  <a:gd name="f45" fmla="*/ f6 1 f44"/>
                  <a:gd name="f46" fmla="*/ f37 f45 1"/>
                  <a:gd name="f47" fmla="*/ f38 f45 1"/>
                  <a:gd name="f48" fmla="+- 10800 0 f46"/>
                  <a:gd name="f49" fmla="+- 10800 0 f47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22" y="f23"/>
                  </a:cxn>
                  <a:cxn ang="f29">
                    <a:pos x="f15" y="f18"/>
                  </a:cxn>
                  <a:cxn ang="f29">
                    <a:pos x="f24" y="f25"/>
                  </a:cxn>
                  <a:cxn ang="f29">
                    <a:pos x="f15" y="f17"/>
                  </a:cxn>
                  <a:cxn ang="f29">
                    <a:pos x="f22" y="f26"/>
                  </a:cxn>
                  <a:cxn ang="f29">
                    <a:pos x="f16" y="f17"/>
                  </a:cxn>
                  <a:cxn ang="f29">
                    <a:pos x="f27" y="f25"/>
                  </a:cxn>
                  <a:cxn ang="f29">
                    <a:pos x="f16" y="f18"/>
                  </a:cxn>
                </a:cxnLst>
                <a:rect l="f15" t="f18" r="f16" b="f17"/>
                <a:pathLst>
                  <a:path w="21600" h="21600">
                    <a:moveTo>
                      <a:pt x="f48" y="f49"/>
                    </a:moveTo>
                    <a:arcTo wR="f9" hR="f9" stAng="f29" swAng="f32"/>
                    <a:close/>
                  </a:path>
                </a:pathLst>
              </a:custGeom>
              <a:solidFill>
                <a:srgbClr val="FFFF00"/>
              </a:solidFill>
              <a:ln w="0">
                <a:solidFill>
                  <a:srgbClr val="FFFF00"/>
                </a:solidFill>
                <a:prstDash val="solid"/>
              </a:ln>
            </p:spPr>
            <p:txBody>
              <a:bodyPr wrap="none" lIns="90000" tIns="45000" rIns="90000" bIns="45000" anchor="ctr" anchorCtr="0" compatLnSpc="0">
                <a:noAutofit/>
              </a:bodyPr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GB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7" name="Freeform 87">
                <a:extLst>
                  <a:ext uri="{FF2B5EF4-FFF2-40B4-BE49-F238E27FC236}">
                    <a16:creationId xmlns:a16="http://schemas.microsoft.com/office/drawing/2014/main" id="{69F525F2-3D4E-2322-CC1A-77476E101D52}"/>
                  </a:ext>
                </a:extLst>
              </p:cNvPr>
              <p:cNvSpPr/>
              <p:nvPr/>
            </p:nvSpPr>
            <p:spPr>
              <a:xfrm>
                <a:off x="7172640" y="4110479"/>
                <a:ext cx="114480" cy="105120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*/ 5419351 1 1725033"/>
                  <a:gd name="f6" fmla="*/ 10800 10800 1"/>
                  <a:gd name="f7" fmla="+- 0 0 0"/>
                  <a:gd name="f8" fmla="+- 0 0 360"/>
                  <a:gd name="f9" fmla="val 10800"/>
                  <a:gd name="f10" fmla="*/ f3 1 21600"/>
                  <a:gd name="f11" fmla="*/ f4 1 21600"/>
                  <a:gd name="f12" fmla="*/ 0 f5 1"/>
                  <a:gd name="f13" fmla="*/ f7 f0 1"/>
                  <a:gd name="f14" fmla="*/ f8 f0 1"/>
                  <a:gd name="f15" fmla="*/ 3163 f10 1"/>
                  <a:gd name="f16" fmla="*/ 18437 f10 1"/>
                  <a:gd name="f17" fmla="*/ 18437 f11 1"/>
                  <a:gd name="f18" fmla="*/ 3163 f11 1"/>
                  <a:gd name="f19" fmla="*/ f12 1 f2"/>
                  <a:gd name="f20" fmla="*/ f13 1 f2"/>
                  <a:gd name="f21" fmla="*/ f14 1 f2"/>
                  <a:gd name="f22" fmla="*/ 10800 f10 1"/>
                  <a:gd name="f23" fmla="*/ 0 f11 1"/>
                  <a:gd name="f24" fmla="*/ 0 f10 1"/>
                  <a:gd name="f25" fmla="*/ 10800 f11 1"/>
                  <a:gd name="f26" fmla="*/ 21600 f11 1"/>
                  <a:gd name="f27" fmla="*/ 21600 f10 1"/>
                  <a:gd name="f28" fmla="+- 0 0 f19"/>
                  <a:gd name="f29" fmla="+- f20 0 f1"/>
                  <a:gd name="f30" fmla="+- f21 0 f1"/>
                  <a:gd name="f31" fmla="*/ f28 f0 1"/>
                  <a:gd name="f32" fmla="+- f30 0 f29"/>
                  <a:gd name="f33" fmla="*/ f31 1 f5"/>
                  <a:gd name="f34" fmla="+- f33 0 f1"/>
                  <a:gd name="f35" fmla="cos 1 f34"/>
                  <a:gd name="f36" fmla="sin 1 f34"/>
                  <a:gd name="f37" fmla="+- 0 0 f35"/>
                  <a:gd name="f38" fmla="+- 0 0 f36"/>
                  <a:gd name="f39" fmla="*/ 10800 f37 1"/>
                  <a:gd name="f40" fmla="*/ 10800 f38 1"/>
                  <a:gd name="f41" fmla="*/ f39 f39 1"/>
                  <a:gd name="f42" fmla="*/ f40 f40 1"/>
                  <a:gd name="f43" fmla="+- f41 f42 0"/>
                  <a:gd name="f44" fmla="sqrt f43"/>
                  <a:gd name="f45" fmla="*/ f6 1 f44"/>
                  <a:gd name="f46" fmla="*/ f37 f45 1"/>
                  <a:gd name="f47" fmla="*/ f38 f45 1"/>
                  <a:gd name="f48" fmla="+- 10800 0 f46"/>
                  <a:gd name="f49" fmla="+- 10800 0 f47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22" y="f23"/>
                  </a:cxn>
                  <a:cxn ang="f29">
                    <a:pos x="f15" y="f18"/>
                  </a:cxn>
                  <a:cxn ang="f29">
                    <a:pos x="f24" y="f25"/>
                  </a:cxn>
                  <a:cxn ang="f29">
                    <a:pos x="f15" y="f17"/>
                  </a:cxn>
                  <a:cxn ang="f29">
                    <a:pos x="f22" y="f26"/>
                  </a:cxn>
                  <a:cxn ang="f29">
                    <a:pos x="f16" y="f17"/>
                  </a:cxn>
                  <a:cxn ang="f29">
                    <a:pos x="f27" y="f25"/>
                  </a:cxn>
                  <a:cxn ang="f29">
                    <a:pos x="f16" y="f18"/>
                  </a:cxn>
                </a:cxnLst>
                <a:rect l="f15" t="f18" r="f16" b="f17"/>
                <a:pathLst>
                  <a:path w="21600" h="21600">
                    <a:moveTo>
                      <a:pt x="f48" y="f49"/>
                    </a:moveTo>
                    <a:arcTo wR="f9" hR="f9" stAng="f29" swAng="f32"/>
                    <a:close/>
                  </a:path>
                </a:pathLst>
              </a:custGeom>
              <a:solidFill>
                <a:srgbClr val="0000FF"/>
              </a:solidFill>
              <a:ln w="0">
                <a:solidFill>
                  <a:srgbClr val="0000FF"/>
                </a:solidFill>
                <a:prstDash val="solid"/>
              </a:ln>
            </p:spPr>
            <p:txBody>
              <a:bodyPr wrap="none" lIns="90000" tIns="45000" rIns="90000" bIns="45000" anchor="ctr" anchorCtr="0" compatLnSpc="0">
                <a:noAutofit/>
              </a:bodyPr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GB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8" name="Freeform 88">
                <a:extLst>
                  <a:ext uri="{FF2B5EF4-FFF2-40B4-BE49-F238E27FC236}">
                    <a16:creationId xmlns:a16="http://schemas.microsoft.com/office/drawing/2014/main" id="{E2371EC1-D6BC-02A4-7296-226BE6D721D2}"/>
                  </a:ext>
                </a:extLst>
              </p:cNvPr>
              <p:cNvSpPr/>
              <p:nvPr/>
            </p:nvSpPr>
            <p:spPr>
              <a:xfrm>
                <a:off x="6712200" y="4241880"/>
                <a:ext cx="114480" cy="105120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*/ 5419351 1 1725033"/>
                  <a:gd name="f6" fmla="*/ 10800 10800 1"/>
                  <a:gd name="f7" fmla="+- 0 0 0"/>
                  <a:gd name="f8" fmla="+- 0 0 360"/>
                  <a:gd name="f9" fmla="val 10800"/>
                  <a:gd name="f10" fmla="*/ f3 1 21600"/>
                  <a:gd name="f11" fmla="*/ f4 1 21600"/>
                  <a:gd name="f12" fmla="*/ 0 f5 1"/>
                  <a:gd name="f13" fmla="*/ f7 f0 1"/>
                  <a:gd name="f14" fmla="*/ f8 f0 1"/>
                  <a:gd name="f15" fmla="*/ 3163 f10 1"/>
                  <a:gd name="f16" fmla="*/ 18437 f10 1"/>
                  <a:gd name="f17" fmla="*/ 18437 f11 1"/>
                  <a:gd name="f18" fmla="*/ 3163 f11 1"/>
                  <a:gd name="f19" fmla="*/ f12 1 f2"/>
                  <a:gd name="f20" fmla="*/ f13 1 f2"/>
                  <a:gd name="f21" fmla="*/ f14 1 f2"/>
                  <a:gd name="f22" fmla="*/ 10800 f10 1"/>
                  <a:gd name="f23" fmla="*/ 0 f11 1"/>
                  <a:gd name="f24" fmla="*/ 0 f10 1"/>
                  <a:gd name="f25" fmla="*/ 10800 f11 1"/>
                  <a:gd name="f26" fmla="*/ 21600 f11 1"/>
                  <a:gd name="f27" fmla="*/ 21600 f10 1"/>
                  <a:gd name="f28" fmla="+- 0 0 f19"/>
                  <a:gd name="f29" fmla="+- f20 0 f1"/>
                  <a:gd name="f30" fmla="+- f21 0 f1"/>
                  <a:gd name="f31" fmla="*/ f28 f0 1"/>
                  <a:gd name="f32" fmla="+- f30 0 f29"/>
                  <a:gd name="f33" fmla="*/ f31 1 f5"/>
                  <a:gd name="f34" fmla="+- f33 0 f1"/>
                  <a:gd name="f35" fmla="cos 1 f34"/>
                  <a:gd name="f36" fmla="sin 1 f34"/>
                  <a:gd name="f37" fmla="+- 0 0 f35"/>
                  <a:gd name="f38" fmla="+- 0 0 f36"/>
                  <a:gd name="f39" fmla="*/ 10800 f37 1"/>
                  <a:gd name="f40" fmla="*/ 10800 f38 1"/>
                  <a:gd name="f41" fmla="*/ f39 f39 1"/>
                  <a:gd name="f42" fmla="*/ f40 f40 1"/>
                  <a:gd name="f43" fmla="+- f41 f42 0"/>
                  <a:gd name="f44" fmla="sqrt f43"/>
                  <a:gd name="f45" fmla="*/ f6 1 f44"/>
                  <a:gd name="f46" fmla="*/ f37 f45 1"/>
                  <a:gd name="f47" fmla="*/ f38 f45 1"/>
                  <a:gd name="f48" fmla="+- 10800 0 f46"/>
                  <a:gd name="f49" fmla="+- 10800 0 f47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22" y="f23"/>
                  </a:cxn>
                  <a:cxn ang="f29">
                    <a:pos x="f15" y="f18"/>
                  </a:cxn>
                  <a:cxn ang="f29">
                    <a:pos x="f24" y="f25"/>
                  </a:cxn>
                  <a:cxn ang="f29">
                    <a:pos x="f15" y="f17"/>
                  </a:cxn>
                  <a:cxn ang="f29">
                    <a:pos x="f22" y="f26"/>
                  </a:cxn>
                  <a:cxn ang="f29">
                    <a:pos x="f16" y="f17"/>
                  </a:cxn>
                  <a:cxn ang="f29">
                    <a:pos x="f27" y="f25"/>
                  </a:cxn>
                  <a:cxn ang="f29">
                    <a:pos x="f16" y="f18"/>
                  </a:cxn>
                </a:cxnLst>
                <a:rect l="f15" t="f18" r="f16" b="f17"/>
                <a:pathLst>
                  <a:path w="21600" h="21600">
                    <a:moveTo>
                      <a:pt x="f48" y="f49"/>
                    </a:moveTo>
                    <a:arcTo wR="f9" hR="f9" stAng="f29" swAng="f32"/>
                    <a:close/>
                  </a:path>
                </a:pathLst>
              </a:custGeom>
              <a:solidFill>
                <a:srgbClr val="FFFF00"/>
              </a:solidFill>
              <a:ln w="0">
                <a:solidFill>
                  <a:srgbClr val="FFFF00"/>
                </a:solidFill>
                <a:prstDash val="solid"/>
              </a:ln>
            </p:spPr>
            <p:txBody>
              <a:bodyPr wrap="none" lIns="90000" tIns="45000" rIns="90000" bIns="45000" anchor="ctr" anchorCtr="0" compatLnSpc="0">
                <a:noAutofit/>
              </a:bodyPr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GB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9" name="Freeform 89">
                <a:extLst>
                  <a:ext uri="{FF2B5EF4-FFF2-40B4-BE49-F238E27FC236}">
                    <a16:creationId xmlns:a16="http://schemas.microsoft.com/office/drawing/2014/main" id="{573D7F64-A85F-D8DA-24A1-0478961B5C6E}"/>
                  </a:ext>
                </a:extLst>
              </p:cNvPr>
              <p:cNvSpPr/>
              <p:nvPr/>
            </p:nvSpPr>
            <p:spPr>
              <a:xfrm>
                <a:off x="6865560" y="4241880"/>
                <a:ext cx="114480" cy="105120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*/ 5419351 1 1725033"/>
                  <a:gd name="f6" fmla="*/ 10800 10800 1"/>
                  <a:gd name="f7" fmla="+- 0 0 0"/>
                  <a:gd name="f8" fmla="+- 0 0 360"/>
                  <a:gd name="f9" fmla="val 10800"/>
                  <a:gd name="f10" fmla="*/ f3 1 21600"/>
                  <a:gd name="f11" fmla="*/ f4 1 21600"/>
                  <a:gd name="f12" fmla="*/ 0 f5 1"/>
                  <a:gd name="f13" fmla="*/ f7 f0 1"/>
                  <a:gd name="f14" fmla="*/ f8 f0 1"/>
                  <a:gd name="f15" fmla="*/ 3163 f10 1"/>
                  <a:gd name="f16" fmla="*/ 18437 f10 1"/>
                  <a:gd name="f17" fmla="*/ 18437 f11 1"/>
                  <a:gd name="f18" fmla="*/ 3163 f11 1"/>
                  <a:gd name="f19" fmla="*/ f12 1 f2"/>
                  <a:gd name="f20" fmla="*/ f13 1 f2"/>
                  <a:gd name="f21" fmla="*/ f14 1 f2"/>
                  <a:gd name="f22" fmla="*/ 10800 f10 1"/>
                  <a:gd name="f23" fmla="*/ 0 f11 1"/>
                  <a:gd name="f24" fmla="*/ 0 f10 1"/>
                  <a:gd name="f25" fmla="*/ 10800 f11 1"/>
                  <a:gd name="f26" fmla="*/ 21600 f11 1"/>
                  <a:gd name="f27" fmla="*/ 21600 f10 1"/>
                  <a:gd name="f28" fmla="+- 0 0 f19"/>
                  <a:gd name="f29" fmla="+- f20 0 f1"/>
                  <a:gd name="f30" fmla="+- f21 0 f1"/>
                  <a:gd name="f31" fmla="*/ f28 f0 1"/>
                  <a:gd name="f32" fmla="+- f30 0 f29"/>
                  <a:gd name="f33" fmla="*/ f31 1 f5"/>
                  <a:gd name="f34" fmla="+- f33 0 f1"/>
                  <a:gd name="f35" fmla="cos 1 f34"/>
                  <a:gd name="f36" fmla="sin 1 f34"/>
                  <a:gd name="f37" fmla="+- 0 0 f35"/>
                  <a:gd name="f38" fmla="+- 0 0 f36"/>
                  <a:gd name="f39" fmla="*/ 10800 f37 1"/>
                  <a:gd name="f40" fmla="*/ 10800 f38 1"/>
                  <a:gd name="f41" fmla="*/ f39 f39 1"/>
                  <a:gd name="f42" fmla="*/ f40 f40 1"/>
                  <a:gd name="f43" fmla="+- f41 f42 0"/>
                  <a:gd name="f44" fmla="sqrt f43"/>
                  <a:gd name="f45" fmla="*/ f6 1 f44"/>
                  <a:gd name="f46" fmla="*/ f37 f45 1"/>
                  <a:gd name="f47" fmla="*/ f38 f45 1"/>
                  <a:gd name="f48" fmla="+- 10800 0 f46"/>
                  <a:gd name="f49" fmla="+- 10800 0 f47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22" y="f23"/>
                  </a:cxn>
                  <a:cxn ang="f29">
                    <a:pos x="f15" y="f18"/>
                  </a:cxn>
                  <a:cxn ang="f29">
                    <a:pos x="f24" y="f25"/>
                  </a:cxn>
                  <a:cxn ang="f29">
                    <a:pos x="f15" y="f17"/>
                  </a:cxn>
                  <a:cxn ang="f29">
                    <a:pos x="f22" y="f26"/>
                  </a:cxn>
                  <a:cxn ang="f29">
                    <a:pos x="f16" y="f17"/>
                  </a:cxn>
                  <a:cxn ang="f29">
                    <a:pos x="f27" y="f25"/>
                  </a:cxn>
                  <a:cxn ang="f29">
                    <a:pos x="f16" y="f18"/>
                  </a:cxn>
                </a:cxnLst>
                <a:rect l="f15" t="f18" r="f16" b="f17"/>
                <a:pathLst>
                  <a:path w="21600" h="21600">
                    <a:moveTo>
                      <a:pt x="f48" y="f49"/>
                    </a:moveTo>
                    <a:arcTo wR="f9" hR="f9" stAng="f29" swAng="f32"/>
                    <a:close/>
                  </a:path>
                </a:pathLst>
              </a:custGeom>
              <a:solidFill>
                <a:srgbClr val="FFFF00"/>
              </a:solidFill>
              <a:ln w="0">
                <a:solidFill>
                  <a:srgbClr val="FFFF00"/>
                </a:solidFill>
                <a:prstDash val="solid"/>
              </a:ln>
            </p:spPr>
            <p:txBody>
              <a:bodyPr wrap="none" lIns="90000" tIns="45000" rIns="90000" bIns="45000" anchor="ctr" anchorCtr="0" compatLnSpc="0">
                <a:noAutofit/>
              </a:bodyPr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GB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20" name="Freeform 90">
                <a:extLst>
                  <a:ext uri="{FF2B5EF4-FFF2-40B4-BE49-F238E27FC236}">
                    <a16:creationId xmlns:a16="http://schemas.microsoft.com/office/drawing/2014/main" id="{0D43F319-53E0-D272-9992-8156B6D912A5}"/>
                  </a:ext>
                </a:extLst>
              </p:cNvPr>
              <p:cNvSpPr/>
              <p:nvPr/>
            </p:nvSpPr>
            <p:spPr>
              <a:xfrm>
                <a:off x="7019279" y="4242240"/>
                <a:ext cx="114480" cy="105120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*/ 5419351 1 1725033"/>
                  <a:gd name="f6" fmla="*/ 10800 10800 1"/>
                  <a:gd name="f7" fmla="+- 0 0 0"/>
                  <a:gd name="f8" fmla="+- 0 0 360"/>
                  <a:gd name="f9" fmla="val 10800"/>
                  <a:gd name="f10" fmla="*/ f3 1 21600"/>
                  <a:gd name="f11" fmla="*/ f4 1 21600"/>
                  <a:gd name="f12" fmla="*/ 0 f5 1"/>
                  <a:gd name="f13" fmla="*/ f7 f0 1"/>
                  <a:gd name="f14" fmla="*/ f8 f0 1"/>
                  <a:gd name="f15" fmla="*/ 3163 f10 1"/>
                  <a:gd name="f16" fmla="*/ 18437 f10 1"/>
                  <a:gd name="f17" fmla="*/ 18437 f11 1"/>
                  <a:gd name="f18" fmla="*/ 3163 f11 1"/>
                  <a:gd name="f19" fmla="*/ f12 1 f2"/>
                  <a:gd name="f20" fmla="*/ f13 1 f2"/>
                  <a:gd name="f21" fmla="*/ f14 1 f2"/>
                  <a:gd name="f22" fmla="*/ 10800 f10 1"/>
                  <a:gd name="f23" fmla="*/ 0 f11 1"/>
                  <a:gd name="f24" fmla="*/ 0 f10 1"/>
                  <a:gd name="f25" fmla="*/ 10800 f11 1"/>
                  <a:gd name="f26" fmla="*/ 21600 f11 1"/>
                  <a:gd name="f27" fmla="*/ 21600 f10 1"/>
                  <a:gd name="f28" fmla="+- 0 0 f19"/>
                  <a:gd name="f29" fmla="+- f20 0 f1"/>
                  <a:gd name="f30" fmla="+- f21 0 f1"/>
                  <a:gd name="f31" fmla="*/ f28 f0 1"/>
                  <a:gd name="f32" fmla="+- f30 0 f29"/>
                  <a:gd name="f33" fmla="*/ f31 1 f5"/>
                  <a:gd name="f34" fmla="+- f33 0 f1"/>
                  <a:gd name="f35" fmla="cos 1 f34"/>
                  <a:gd name="f36" fmla="sin 1 f34"/>
                  <a:gd name="f37" fmla="+- 0 0 f35"/>
                  <a:gd name="f38" fmla="+- 0 0 f36"/>
                  <a:gd name="f39" fmla="*/ 10800 f37 1"/>
                  <a:gd name="f40" fmla="*/ 10800 f38 1"/>
                  <a:gd name="f41" fmla="*/ f39 f39 1"/>
                  <a:gd name="f42" fmla="*/ f40 f40 1"/>
                  <a:gd name="f43" fmla="+- f41 f42 0"/>
                  <a:gd name="f44" fmla="sqrt f43"/>
                  <a:gd name="f45" fmla="*/ f6 1 f44"/>
                  <a:gd name="f46" fmla="*/ f37 f45 1"/>
                  <a:gd name="f47" fmla="*/ f38 f45 1"/>
                  <a:gd name="f48" fmla="+- 10800 0 f46"/>
                  <a:gd name="f49" fmla="+- 10800 0 f47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22" y="f23"/>
                  </a:cxn>
                  <a:cxn ang="f29">
                    <a:pos x="f15" y="f18"/>
                  </a:cxn>
                  <a:cxn ang="f29">
                    <a:pos x="f24" y="f25"/>
                  </a:cxn>
                  <a:cxn ang="f29">
                    <a:pos x="f15" y="f17"/>
                  </a:cxn>
                  <a:cxn ang="f29">
                    <a:pos x="f22" y="f26"/>
                  </a:cxn>
                  <a:cxn ang="f29">
                    <a:pos x="f16" y="f17"/>
                  </a:cxn>
                  <a:cxn ang="f29">
                    <a:pos x="f27" y="f25"/>
                  </a:cxn>
                  <a:cxn ang="f29">
                    <a:pos x="f16" y="f18"/>
                  </a:cxn>
                </a:cxnLst>
                <a:rect l="f15" t="f18" r="f16" b="f17"/>
                <a:pathLst>
                  <a:path w="21600" h="21600">
                    <a:moveTo>
                      <a:pt x="f48" y="f49"/>
                    </a:moveTo>
                    <a:arcTo wR="f9" hR="f9" stAng="f29" swAng="f32"/>
                    <a:close/>
                  </a:path>
                </a:pathLst>
              </a:custGeom>
              <a:solidFill>
                <a:srgbClr val="FFFF00"/>
              </a:solidFill>
              <a:ln w="0">
                <a:solidFill>
                  <a:srgbClr val="FFFF00"/>
                </a:solidFill>
                <a:prstDash val="solid"/>
              </a:ln>
            </p:spPr>
            <p:txBody>
              <a:bodyPr wrap="none" lIns="90000" tIns="45000" rIns="90000" bIns="45000" anchor="ctr" anchorCtr="0" compatLnSpc="0">
                <a:noAutofit/>
              </a:bodyPr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GB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21" name="Freeform 91">
                <a:extLst>
                  <a:ext uri="{FF2B5EF4-FFF2-40B4-BE49-F238E27FC236}">
                    <a16:creationId xmlns:a16="http://schemas.microsoft.com/office/drawing/2014/main" id="{8E5E6A28-0DE3-82E2-582E-8F4A63A3CA31}"/>
                  </a:ext>
                </a:extLst>
              </p:cNvPr>
              <p:cNvSpPr/>
              <p:nvPr/>
            </p:nvSpPr>
            <p:spPr>
              <a:xfrm>
                <a:off x="7172640" y="4242240"/>
                <a:ext cx="114480" cy="105120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*/ 5419351 1 1725033"/>
                  <a:gd name="f6" fmla="*/ 10800 10800 1"/>
                  <a:gd name="f7" fmla="+- 0 0 0"/>
                  <a:gd name="f8" fmla="+- 0 0 360"/>
                  <a:gd name="f9" fmla="val 10800"/>
                  <a:gd name="f10" fmla="*/ f3 1 21600"/>
                  <a:gd name="f11" fmla="*/ f4 1 21600"/>
                  <a:gd name="f12" fmla="*/ 0 f5 1"/>
                  <a:gd name="f13" fmla="*/ f7 f0 1"/>
                  <a:gd name="f14" fmla="*/ f8 f0 1"/>
                  <a:gd name="f15" fmla="*/ 3163 f10 1"/>
                  <a:gd name="f16" fmla="*/ 18437 f10 1"/>
                  <a:gd name="f17" fmla="*/ 18437 f11 1"/>
                  <a:gd name="f18" fmla="*/ 3163 f11 1"/>
                  <a:gd name="f19" fmla="*/ f12 1 f2"/>
                  <a:gd name="f20" fmla="*/ f13 1 f2"/>
                  <a:gd name="f21" fmla="*/ f14 1 f2"/>
                  <a:gd name="f22" fmla="*/ 10800 f10 1"/>
                  <a:gd name="f23" fmla="*/ 0 f11 1"/>
                  <a:gd name="f24" fmla="*/ 0 f10 1"/>
                  <a:gd name="f25" fmla="*/ 10800 f11 1"/>
                  <a:gd name="f26" fmla="*/ 21600 f11 1"/>
                  <a:gd name="f27" fmla="*/ 21600 f10 1"/>
                  <a:gd name="f28" fmla="+- 0 0 f19"/>
                  <a:gd name="f29" fmla="+- f20 0 f1"/>
                  <a:gd name="f30" fmla="+- f21 0 f1"/>
                  <a:gd name="f31" fmla="*/ f28 f0 1"/>
                  <a:gd name="f32" fmla="+- f30 0 f29"/>
                  <a:gd name="f33" fmla="*/ f31 1 f5"/>
                  <a:gd name="f34" fmla="+- f33 0 f1"/>
                  <a:gd name="f35" fmla="cos 1 f34"/>
                  <a:gd name="f36" fmla="sin 1 f34"/>
                  <a:gd name="f37" fmla="+- 0 0 f35"/>
                  <a:gd name="f38" fmla="+- 0 0 f36"/>
                  <a:gd name="f39" fmla="*/ 10800 f37 1"/>
                  <a:gd name="f40" fmla="*/ 10800 f38 1"/>
                  <a:gd name="f41" fmla="*/ f39 f39 1"/>
                  <a:gd name="f42" fmla="*/ f40 f40 1"/>
                  <a:gd name="f43" fmla="+- f41 f42 0"/>
                  <a:gd name="f44" fmla="sqrt f43"/>
                  <a:gd name="f45" fmla="*/ f6 1 f44"/>
                  <a:gd name="f46" fmla="*/ f37 f45 1"/>
                  <a:gd name="f47" fmla="*/ f38 f45 1"/>
                  <a:gd name="f48" fmla="+- 10800 0 f46"/>
                  <a:gd name="f49" fmla="+- 10800 0 f47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22" y="f23"/>
                  </a:cxn>
                  <a:cxn ang="f29">
                    <a:pos x="f15" y="f18"/>
                  </a:cxn>
                  <a:cxn ang="f29">
                    <a:pos x="f24" y="f25"/>
                  </a:cxn>
                  <a:cxn ang="f29">
                    <a:pos x="f15" y="f17"/>
                  </a:cxn>
                  <a:cxn ang="f29">
                    <a:pos x="f22" y="f26"/>
                  </a:cxn>
                  <a:cxn ang="f29">
                    <a:pos x="f16" y="f17"/>
                  </a:cxn>
                  <a:cxn ang="f29">
                    <a:pos x="f27" y="f25"/>
                  </a:cxn>
                  <a:cxn ang="f29">
                    <a:pos x="f16" y="f18"/>
                  </a:cxn>
                </a:cxnLst>
                <a:rect l="f15" t="f18" r="f16" b="f17"/>
                <a:pathLst>
                  <a:path w="21600" h="21600">
                    <a:moveTo>
                      <a:pt x="f48" y="f49"/>
                    </a:moveTo>
                    <a:arcTo wR="f9" hR="f9" stAng="f29" swAng="f32"/>
                    <a:close/>
                  </a:path>
                </a:pathLst>
              </a:custGeom>
              <a:solidFill>
                <a:srgbClr val="0000FF"/>
              </a:solidFill>
              <a:ln w="0">
                <a:solidFill>
                  <a:srgbClr val="0000FF"/>
                </a:solidFill>
                <a:prstDash val="solid"/>
              </a:ln>
            </p:spPr>
            <p:txBody>
              <a:bodyPr wrap="none" lIns="90000" tIns="45000" rIns="90000" bIns="45000" anchor="ctr" anchorCtr="0" compatLnSpc="0">
                <a:noAutofit/>
              </a:bodyPr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GB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22" name="Freeform 92">
                <a:extLst>
                  <a:ext uri="{FF2B5EF4-FFF2-40B4-BE49-F238E27FC236}">
                    <a16:creationId xmlns:a16="http://schemas.microsoft.com/office/drawing/2014/main" id="{17C41D7A-8971-2E7A-C950-EDE6D8C48981}"/>
                  </a:ext>
                </a:extLst>
              </p:cNvPr>
              <p:cNvSpPr/>
              <p:nvPr/>
            </p:nvSpPr>
            <p:spPr>
              <a:xfrm>
                <a:off x="6712560" y="4382640"/>
                <a:ext cx="114480" cy="105120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*/ 5419351 1 1725033"/>
                  <a:gd name="f6" fmla="*/ 10800 10800 1"/>
                  <a:gd name="f7" fmla="+- 0 0 0"/>
                  <a:gd name="f8" fmla="+- 0 0 360"/>
                  <a:gd name="f9" fmla="val 10800"/>
                  <a:gd name="f10" fmla="*/ f3 1 21600"/>
                  <a:gd name="f11" fmla="*/ f4 1 21600"/>
                  <a:gd name="f12" fmla="*/ 0 f5 1"/>
                  <a:gd name="f13" fmla="*/ f7 f0 1"/>
                  <a:gd name="f14" fmla="*/ f8 f0 1"/>
                  <a:gd name="f15" fmla="*/ 3163 f10 1"/>
                  <a:gd name="f16" fmla="*/ 18437 f10 1"/>
                  <a:gd name="f17" fmla="*/ 18437 f11 1"/>
                  <a:gd name="f18" fmla="*/ 3163 f11 1"/>
                  <a:gd name="f19" fmla="*/ f12 1 f2"/>
                  <a:gd name="f20" fmla="*/ f13 1 f2"/>
                  <a:gd name="f21" fmla="*/ f14 1 f2"/>
                  <a:gd name="f22" fmla="*/ 10800 f10 1"/>
                  <a:gd name="f23" fmla="*/ 0 f11 1"/>
                  <a:gd name="f24" fmla="*/ 0 f10 1"/>
                  <a:gd name="f25" fmla="*/ 10800 f11 1"/>
                  <a:gd name="f26" fmla="*/ 21600 f11 1"/>
                  <a:gd name="f27" fmla="*/ 21600 f10 1"/>
                  <a:gd name="f28" fmla="+- 0 0 f19"/>
                  <a:gd name="f29" fmla="+- f20 0 f1"/>
                  <a:gd name="f30" fmla="+- f21 0 f1"/>
                  <a:gd name="f31" fmla="*/ f28 f0 1"/>
                  <a:gd name="f32" fmla="+- f30 0 f29"/>
                  <a:gd name="f33" fmla="*/ f31 1 f5"/>
                  <a:gd name="f34" fmla="+- f33 0 f1"/>
                  <a:gd name="f35" fmla="cos 1 f34"/>
                  <a:gd name="f36" fmla="sin 1 f34"/>
                  <a:gd name="f37" fmla="+- 0 0 f35"/>
                  <a:gd name="f38" fmla="+- 0 0 f36"/>
                  <a:gd name="f39" fmla="*/ 10800 f37 1"/>
                  <a:gd name="f40" fmla="*/ 10800 f38 1"/>
                  <a:gd name="f41" fmla="*/ f39 f39 1"/>
                  <a:gd name="f42" fmla="*/ f40 f40 1"/>
                  <a:gd name="f43" fmla="+- f41 f42 0"/>
                  <a:gd name="f44" fmla="sqrt f43"/>
                  <a:gd name="f45" fmla="*/ f6 1 f44"/>
                  <a:gd name="f46" fmla="*/ f37 f45 1"/>
                  <a:gd name="f47" fmla="*/ f38 f45 1"/>
                  <a:gd name="f48" fmla="+- 10800 0 f46"/>
                  <a:gd name="f49" fmla="+- 10800 0 f47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22" y="f23"/>
                  </a:cxn>
                  <a:cxn ang="f29">
                    <a:pos x="f15" y="f18"/>
                  </a:cxn>
                  <a:cxn ang="f29">
                    <a:pos x="f24" y="f25"/>
                  </a:cxn>
                  <a:cxn ang="f29">
                    <a:pos x="f15" y="f17"/>
                  </a:cxn>
                  <a:cxn ang="f29">
                    <a:pos x="f22" y="f26"/>
                  </a:cxn>
                  <a:cxn ang="f29">
                    <a:pos x="f16" y="f17"/>
                  </a:cxn>
                  <a:cxn ang="f29">
                    <a:pos x="f27" y="f25"/>
                  </a:cxn>
                  <a:cxn ang="f29">
                    <a:pos x="f16" y="f18"/>
                  </a:cxn>
                </a:cxnLst>
                <a:rect l="f15" t="f18" r="f16" b="f17"/>
                <a:pathLst>
                  <a:path w="21600" h="21600">
                    <a:moveTo>
                      <a:pt x="f48" y="f49"/>
                    </a:moveTo>
                    <a:arcTo wR="f9" hR="f9" stAng="f29" swAng="f32"/>
                    <a:close/>
                  </a:path>
                </a:pathLst>
              </a:custGeom>
              <a:solidFill>
                <a:srgbClr val="FFFF00"/>
              </a:solidFill>
              <a:ln w="0">
                <a:solidFill>
                  <a:srgbClr val="FFFF00"/>
                </a:solidFill>
                <a:prstDash val="solid"/>
              </a:ln>
            </p:spPr>
            <p:txBody>
              <a:bodyPr wrap="none" lIns="90000" tIns="45000" rIns="90000" bIns="45000" anchor="ctr" anchorCtr="0" compatLnSpc="0">
                <a:noAutofit/>
              </a:bodyPr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GB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23" name="Freeform 93">
                <a:extLst>
                  <a:ext uri="{FF2B5EF4-FFF2-40B4-BE49-F238E27FC236}">
                    <a16:creationId xmlns:a16="http://schemas.microsoft.com/office/drawing/2014/main" id="{B2926A6A-D133-3505-B54A-E45F7DF644DA}"/>
                  </a:ext>
                </a:extLst>
              </p:cNvPr>
              <p:cNvSpPr/>
              <p:nvPr/>
            </p:nvSpPr>
            <p:spPr>
              <a:xfrm>
                <a:off x="6865560" y="4382640"/>
                <a:ext cx="114840" cy="105120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*/ 5419351 1 1725033"/>
                  <a:gd name="f6" fmla="*/ 10800 10800 1"/>
                  <a:gd name="f7" fmla="+- 0 0 0"/>
                  <a:gd name="f8" fmla="+- 0 0 360"/>
                  <a:gd name="f9" fmla="val 10800"/>
                  <a:gd name="f10" fmla="*/ f3 1 21600"/>
                  <a:gd name="f11" fmla="*/ f4 1 21600"/>
                  <a:gd name="f12" fmla="*/ 0 f5 1"/>
                  <a:gd name="f13" fmla="*/ f7 f0 1"/>
                  <a:gd name="f14" fmla="*/ f8 f0 1"/>
                  <a:gd name="f15" fmla="*/ 3163 f10 1"/>
                  <a:gd name="f16" fmla="*/ 18437 f10 1"/>
                  <a:gd name="f17" fmla="*/ 18437 f11 1"/>
                  <a:gd name="f18" fmla="*/ 3163 f11 1"/>
                  <a:gd name="f19" fmla="*/ f12 1 f2"/>
                  <a:gd name="f20" fmla="*/ f13 1 f2"/>
                  <a:gd name="f21" fmla="*/ f14 1 f2"/>
                  <a:gd name="f22" fmla="*/ 10800 f10 1"/>
                  <a:gd name="f23" fmla="*/ 0 f11 1"/>
                  <a:gd name="f24" fmla="*/ 0 f10 1"/>
                  <a:gd name="f25" fmla="*/ 10800 f11 1"/>
                  <a:gd name="f26" fmla="*/ 21600 f11 1"/>
                  <a:gd name="f27" fmla="*/ 21600 f10 1"/>
                  <a:gd name="f28" fmla="+- 0 0 f19"/>
                  <a:gd name="f29" fmla="+- f20 0 f1"/>
                  <a:gd name="f30" fmla="+- f21 0 f1"/>
                  <a:gd name="f31" fmla="*/ f28 f0 1"/>
                  <a:gd name="f32" fmla="+- f30 0 f29"/>
                  <a:gd name="f33" fmla="*/ f31 1 f5"/>
                  <a:gd name="f34" fmla="+- f33 0 f1"/>
                  <a:gd name="f35" fmla="cos 1 f34"/>
                  <a:gd name="f36" fmla="sin 1 f34"/>
                  <a:gd name="f37" fmla="+- 0 0 f35"/>
                  <a:gd name="f38" fmla="+- 0 0 f36"/>
                  <a:gd name="f39" fmla="*/ 10800 f37 1"/>
                  <a:gd name="f40" fmla="*/ 10800 f38 1"/>
                  <a:gd name="f41" fmla="*/ f39 f39 1"/>
                  <a:gd name="f42" fmla="*/ f40 f40 1"/>
                  <a:gd name="f43" fmla="+- f41 f42 0"/>
                  <a:gd name="f44" fmla="sqrt f43"/>
                  <a:gd name="f45" fmla="*/ f6 1 f44"/>
                  <a:gd name="f46" fmla="*/ f37 f45 1"/>
                  <a:gd name="f47" fmla="*/ f38 f45 1"/>
                  <a:gd name="f48" fmla="+- 10800 0 f46"/>
                  <a:gd name="f49" fmla="+- 10800 0 f47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22" y="f23"/>
                  </a:cxn>
                  <a:cxn ang="f29">
                    <a:pos x="f15" y="f18"/>
                  </a:cxn>
                  <a:cxn ang="f29">
                    <a:pos x="f24" y="f25"/>
                  </a:cxn>
                  <a:cxn ang="f29">
                    <a:pos x="f15" y="f17"/>
                  </a:cxn>
                  <a:cxn ang="f29">
                    <a:pos x="f22" y="f26"/>
                  </a:cxn>
                  <a:cxn ang="f29">
                    <a:pos x="f16" y="f17"/>
                  </a:cxn>
                  <a:cxn ang="f29">
                    <a:pos x="f27" y="f25"/>
                  </a:cxn>
                  <a:cxn ang="f29">
                    <a:pos x="f16" y="f18"/>
                  </a:cxn>
                </a:cxnLst>
                <a:rect l="f15" t="f18" r="f16" b="f17"/>
                <a:pathLst>
                  <a:path w="21600" h="21600">
                    <a:moveTo>
                      <a:pt x="f48" y="f49"/>
                    </a:moveTo>
                    <a:arcTo wR="f9" hR="f9" stAng="f29" swAng="f32"/>
                    <a:close/>
                  </a:path>
                </a:pathLst>
              </a:custGeom>
              <a:solidFill>
                <a:srgbClr val="0000FF"/>
              </a:solidFill>
              <a:ln w="0">
                <a:solidFill>
                  <a:srgbClr val="0000FF"/>
                </a:solidFill>
                <a:prstDash val="solid"/>
              </a:ln>
            </p:spPr>
            <p:txBody>
              <a:bodyPr wrap="none" lIns="90000" tIns="45000" rIns="90000" bIns="45000" anchor="ctr" anchorCtr="0" compatLnSpc="0">
                <a:noAutofit/>
              </a:bodyPr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GB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24" name="Freeform 94">
                <a:extLst>
                  <a:ext uri="{FF2B5EF4-FFF2-40B4-BE49-F238E27FC236}">
                    <a16:creationId xmlns:a16="http://schemas.microsoft.com/office/drawing/2014/main" id="{1286D87A-EF8A-AB2F-8CFF-A3D5738FC509}"/>
                  </a:ext>
                </a:extLst>
              </p:cNvPr>
              <p:cNvSpPr/>
              <p:nvPr/>
            </p:nvSpPr>
            <p:spPr>
              <a:xfrm>
                <a:off x="7019279" y="4383000"/>
                <a:ext cx="114480" cy="105120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*/ 5419351 1 1725033"/>
                  <a:gd name="f6" fmla="*/ 10800 10800 1"/>
                  <a:gd name="f7" fmla="+- 0 0 0"/>
                  <a:gd name="f8" fmla="+- 0 0 360"/>
                  <a:gd name="f9" fmla="val 10800"/>
                  <a:gd name="f10" fmla="*/ f3 1 21600"/>
                  <a:gd name="f11" fmla="*/ f4 1 21600"/>
                  <a:gd name="f12" fmla="*/ 0 f5 1"/>
                  <a:gd name="f13" fmla="*/ f7 f0 1"/>
                  <a:gd name="f14" fmla="*/ f8 f0 1"/>
                  <a:gd name="f15" fmla="*/ 3163 f10 1"/>
                  <a:gd name="f16" fmla="*/ 18437 f10 1"/>
                  <a:gd name="f17" fmla="*/ 18437 f11 1"/>
                  <a:gd name="f18" fmla="*/ 3163 f11 1"/>
                  <a:gd name="f19" fmla="*/ f12 1 f2"/>
                  <a:gd name="f20" fmla="*/ f13 1 f2"/>
                  <a:gd name="f21" fmla="*/ f14 1 f2"/>
                  <a:gd name="f22" fmla="*/ 10800 f10 1"/>
                  <a:gd name="f23" fmla="*/ 0 f11 1"/>
                  <a:gd name="f24" fmla="*/ 0 f10 1"/>
                  <a:gd name="f25" fmla="*/ 10800 f11 1"/>
                  <a:gd name="f26" fmla="*/ 21600 f11 1"/>
                  <a:gd name="f27" fmla="*/ 21600 f10 1"/>
                  <a:gd name="f28" fmla="+- 0 0 f19"/>
                  <a:gd name="f29" fmla="+- f20 0 f1"/>
                  <a:gd name="f30" fmla="+- f21 0 f1"/>
                  <a:gd name="f31" fmla="*/ f28 f0 1"/>
                  <a:gd name="f32" fmla="+- f30 0 f29"/>
                  <a:gd name="f33" fmla="*/ f31 1 f5"/>
                  <a:gd name="f34" fmla="+- f33 0 f1"/>
                  <a:gd name="f35" fmla="cos 1 f34"/>
                  <a:gd name="f36" fmla="sin 1 f34"/>
                  <a:gd name="f37" fmla="+- 0 0 f35"/>
                  <a:gd name="f38" fmla="+- 0 0 f36"/>
                  <a:gd name="f39" fmla="*/ 10800 f37 1"/>
                  <a:gd name="f40" fmla="*/ 10800 f38 1"/>
                  <a:gd name="f41" fmla="*/ f39 f39 1"/>
                  <a:gd name="f42" fmla="*/ f40 f40 1"/>
                  <a:gd name="f43" fmla="+- f41 f42 0"/>
                  <a:gd name="f44" fmla="sqrt f43"/>
                  <a:gd name="f45" fmla="*/ f6 1 f44"/>
                  <a:gd name="f46" fmla="*/ f37 f45 1"/>
                  <a:gd name="f47" fmla="*/ f38 f45 1"/>
                  <a:gd name="f48" fmla="+- 10800 0 f46"/>
                  <a:gd name="f49" fmla="+- 10800 0 f47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22" y="f23"/>
                  </a:cxn>
                  <a:cxn ang="f29">
                    <a:pos x="f15" y="f18"/>
                  </a:cxn>
                  <a:cxn ang="f29">
                    <a:pos x="f24" y="f25"/>
                  </a:cxn>
                  <a:cxn ang="f29">
                    <a:pos x="f15" y="f17"/>
                  </a:cxn>
                  <a:cxn ang="f29">
                    <a:pos x="f22" y="f26"/>
                  </a:cxn>
                  <a:cxn ang="f29">
                    <a:pos x="f16" y="f17"/>
                  </a:cxn>
                  <a:cxn ang="f29">
                    <a:pos x="f27" y="f25"/>
                  </a:cxn>
                  <a:cxn ang="f29">
                    <a:pos x="f16" y="f18"/>
                  </a:cxn>
                </a:cxnLst>
                <a:rect l="f15" t="f18" r="f16" b="f17"/>
                <a:pathLst>
                  <a:path w="21600" h="21600">
                    <a:moveTo>
                      <a:pt x="f48" y="f49"/>
                    </a:moveTo>
                    <a:arcTo wR="f9" hR="f9" stAng="f29" swAng="f32"/>
                    <a:close/>
                  </a:path>
                </a:pathLst>
              </a:custGeom>
              <a:solidFill>
                <a:srgbClr val="0000FF"/>
              </a:solidFill>
              <a:ln w="0">
                <a:solidFill>
                  <a:srgbClr val="0000FF"/>
                </a:solidFill>
                <a:prstDash val="solid"/>
              </a:ln>
            </p:spPr>
            <p:txBody>
              <a:bodyPr wrap="none" lIns="90000" tIns="45000" rIns="90000" bIns="45000" anchor="ctr" anchorCtr="0" compatLnSpc="0">
                <a:noAutofit/>
              </a:bodyPr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GB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25" name="Freeform 95">
                <a:extLst>
                  <a:ext uri="{FF2B5EF4-FFF2-40B4-BE49-F238E27FC236}">
                    <a16:creationId xmlns:a16="http://schemas.microsoft.com/office/drawing/2014/main" id="{E87C0C79-17AE-A3C5-2ED9-C62B1216DF71}"/>
                  </a:ext>
                </a:extLst>
              </p:cNvPr>
              <p:cNvSpPr/>
              <p:nvPr/>
            </p:nvSpPr>
            <p:spPr>
              <a:xfrm>
                <a:off x="7172999" y="4383000"/>
                <a:ext cx="114480" cy="105120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*/ 5419351 1 1725033"/>
                  <a:gd name="f6" fmla="*/ 10800 10800 1"/>
                  <a:gd name="f7" fmla="+- 0 0 0"/>
                  <a:gd name="f8" fmla="+- 0 0 360"/>
                  <a:gd name="f9" fmla="val 10800"/>
                  <a:gd name="f10" fmla="*/ f3 1 21600"/>
                  <a:gd name="f11" fmla="*/ f4 1 21600"/>
                  <a:gd name="f12" fmla="*/ 0 f5 1"/>
                  <a:gd name="f13" fmla="*/ f7 f0 1"/>
                  <a:gd name="f14" fmla="*/ f8 f0 1"/>
                  <a:gd name="f15" fmla="*/ 3163 f10 1"/>
                  <a:gd name="f16" fmla="*/ 18437 f10 1"/>
                  <a:gd name="f17" fmla="*/ 18437 f11 1"/>
                  <a:gd name="f18" fmla="*/ 3163 f11 1"/>
                  <a:gd name="f19" fmla="*/ f12 1 f2"/>
                  <a:gd name="f20" fmla="*/ f13 1 f2"/>
                  <a:gd name="f21" fmla="*/ f14 1 f2"/>
                  <a:gd name="f22" fmla="*/ 10800 f10 1"/>
                  <a:gd name="f23" fmla="*/ 0 f11 1"/>
                  <a:gd name="f24" fmla="*/ 0 f10 1"/>
                  <a:gd name="f25" fmla="*/ 10800 f11 1"/>
                  <a:gd name="f26" fmla="*/ 21600 f11 1"/>
                  <a:gd name="f27" fmla="*/ 21600 f10 1"/>
                  <a:gd name="f28" fmla="+- 0 0 f19"/>
                  <a:gd name="f29" fmla="+- f20 0 f1"/>
                  <a:gd name="f30" fmla="+- f21 0 f1"/>
                  <a:gd name="f31" fmla="*/ f28 f0 1"/>
                  <a:gd name="f32" fmla="+- f30 0 f29"/>
                  <a:gd name="f33" fmla="*/ f31 1 f5"/>
                  <a:gd name="f34" fmla="+- f33 0 f1"/>
                  <a:gd name="f35" fmla="cos 1 f34"/>
                  <a:gd name="f36" fmla="sin 1 f34"/>
                  <a:gd name="f37" fmla="+- 0 0 f35"/>
                  <a:gd name="f38" fmla="+- 0 0 f36"/>
                  <a:gd name="f39" fmla="*/ 10800 f37 1"/>
                  <a:gd name="f40" fmla="*/ 10800 f38 1"/>
                  <a:gd name="f41" fmla="*/ f39 f39 1"/>
                  <a:gd name="f42" fmla="*/ f40 f40 1"/>
                  <a:gd name="f43" fmla="+- f41 f42 0"/>
                  <a:gd name="f44" fmla="sqrt f43"/>
                  <a:gd name="f45" fmla="*/ f6 1 f44"/>
                  <a:gd name="f46" fmla="*/ f37 f45 1"/>
                  <a:gd name="f47" fmla="*/ f38 f45 1"/>
                  <a:gd name="f48" fmla="+- 10800 0 f46"/>
                  <a:gd name="f49" fmla="+- 10800 0 f47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22" y="f23"/>
                  </a:cxn>
                  <a:cxn ang="f29">
                    <a:pos x="f15" y="f18"/>
                  </a:cxn>
                  <a:cxn ang="f29">
                    <a:pos x="f24" y="f25"/>
                  </a:cxn>
                  <a:cxn ang="f29">
                    <a:pos x="f15" y="f17"/>
                  </a:cxn>
                  <a:cxn ang="f29">
                    <a:pos x="f22" y="f26"/>
                  </a:cxn>
                  <a:cxn ang="f29">
                    <a:pos x="f16" y="f17"/>
                  </a:cxn>
                  <a:cxn ang="f29">
                    <a:pos x="f27" y="f25"/>
                  </a:cxn>
                  <a:cxn ang="f29">
                    <a:pos x="f16" y="f18"/>
                  </a:cxn>
                </a:cxnLst>
                <a:rect l="f15" t="f18" r="f16" b="f17"/>
                <a:pathLst>
                  <a:path w="21600" h="21600">
                    <a:moveTo>
                      <a:pt x="f48" y="f49"/>
                    </a:moveTo>
                    <a:arcTo wR="f9" hR="f9" stAng="f29" swAng="f32"/>
                    <a:close/>
                  </a:path>
                </a:pathLst>
              </a:custGeom>
              <a:solidFill>
                <a:srgbClr val="0000FF"/>
              </a:solidFill>
              <a:ln w="19080">
                <a:solidFill>
                  <a:srgbClr val="FF0000"/>
                </a:solidFill>
                <a:prstDash val="solid"/>
              </a:ln>
            </p:spPr>
            <p:txBody>
              <a:bodyPr wrap="none" lIns="99360" tIns="54360" rIns="99360" bIns="54360" anchor="ctr" anchorCtr="0" compatLnSpc="0">
                <a:noAutofit/>
              </a:bodyPr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GB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</p:grpSp>
        <p:sp>
          <p:nvSpPr>
            <p:cNvPr id="7" name="Straight Connector 6">
              <a:extLst>
                <a:ext uri="{FF2B5EF4-FFF2-40B4-BE49-F238E27FC236}">
                  <a16:creationId xmlns:a16="http://schemas.microsoft.com/office/drawing/2014/main" id="{798A8F58-1542-A15B-DC44-C4B0BB4D3DC0}"/>
                </a:ext>
              </a:extLst>
            </p:cNvPr>
            <p:cNvSpPr/>
            <p:nvPr/>
          </p:nvSpPr>
          <p:spPr>
            <a:xfrm flipV="1">
              <a:off x="6381720" y="4228200"/>
              <a:ext cx="284040" cy="3600"/>
            </a:xfrm>
            <a:prstGeom prst="line">
              <a:avLst/>
            </a:prstGeom>
            <a:noFill/>
            <a:ln w="38160">
              <a:solidFill>
                <a:srgbClr val="000000"/>
              </a:solidFill>
              <a:prstDash val="solid"/>
              <a:tailEnd type="arrow"/>
            </a:ln>
          </p:spPr>
          <p:txBody>
            <a:bodyPr wrap="none" lIns="109080" tIns="64080" rIns="109080" bIns="6408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GB" sz="1800" b="0" i="0" u="none" strike="noStrike" kern="1200" cap="none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endParaRPr>
            </a:p>
          </p:txBody>
        </p:sp>
        <p:sp>
          <p:nvSpPr>
            <p:cNvPr id="8" name="Straight Connector 7">
              <a:extLst>
                <a:ext uri="{FF2B5EF4-FFF2-40B4-BE49-F238E27FC236}">
                  <a16:creationId xmlns:a16="http://schemas.microsoft.com/office/drawing/2014/main" id="{08C0ED1E-1DE7-4706-678E-BC664FDA6CE2}"/>
                </a:ext>
              </a:extLst>
            </p:cNvPr>
            <p:cNvSpPr/>
            <p:nvPr/>
          </p:nvSpPr>
          <p:spPr>
            <a:xfrm>
              <a:off x="6980040" y="4215600"/>
              <a:ext cx="192600" cy="167400"/>
            </a:xfrm>
            <a:prstGeom prst="line">
              <a:avLst/>
            </a:prstGeom>
            <a:noFill/>
            <a:ln w="0">
              <a:solidFill>
                <a:srgbClr val="FF0000"/>
              </a:solidFill>
              <a:prstDash val="solid"/>
              <a:headEnd type="arrow"/>
              <a:tailEnd type="arrow"/>
            </a:ln>
          </p:spPr>
          <p:txBody>
            <a:bodyPr wrap="none" lIns="90000" tIns="45000" rIns="90000" bIns="4500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GB" sz="1800" b="0" i="0" u="none" strike="noStrike" kern="1200" cap="none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endParaRP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27B03863-4681-F448-71FA-FB16546C7D0B}"/>
              </a:ext>
            </a:extLst>
          </p:cNvPr>
          <p:cNvSpPr txBox="1"/>
          <p:nvPr/>
        </p:nvSpPr>
        <p:spPr>
          <a:xfrm>
            <a:off x="838200" y="2151346"/>
            <a:ext cx="5891333" cy="378565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GB" sz="2400" dirty="0"/>
              <a:t>Metropolis MC: </a:t>
            </a:r>
            <a:endParaRPr lang="en-US" sz="2400" dirty="0"/>
          </a:p>
          <a:p>
            <a:pPr marL="742950" lvl="1" indent="-285750">
              <a:buFont typeface="Courier New"/>
              <a:buChar char="o"/>
            </a:pPr>
            <a:r>
              <a:rPr lang="en-GB" sz="2400" dirty="0"/>
              <a:t>Random displacement of atoms combined </a:t>
            </a:r>
          </a:p>
          <a:p>
            <a:pPr marL="742950" lvl="1" indent="-285750">
              <a:buFont typeface="Courier New"/>
              <a:buChar char="o"/>
            </a:pPr>
            <a:r>
              <a:rPr lang="en-GB" sz="2400" dirty="0"/>
              <a:t>Random displacement of volume</a:t>
            </a:r>
          </a:p>
          <a:p>
            <a:pPr marL="742950" lvl="1" indent="-285750">
              <a:buFont typeface="Courier New"/>
              <a:buChar char="o"/>
            </a:pPr>
            <a:r>
              <a:rPr lang="en-GB" sz="2400" dirty="0"/>
              <a:t>swap position of atoms (e.g. Si/Al) chosen at random.</a:t>
            </a:r>
          </a:p>
          <a:p>
            <a:pPr marL="285750" indent="-285750">
              <a:buFont typeface="Arial"/>
              <a:buChar char="•"/>
            </a:pPr>
            <a:r>
              <a:rPr lang="en-GB" sz="2400" dirty="0"/>
              <a:t>All "moves" are accepted/rejected using Metropolis-Hastings</a:t>
            </a:r>
          </a:p>
          <a:p>
            <a:pPr marL="285750" indent="-285750">
              <a:buFont typeface="Arial"/>
              <a:buChar char="•"/>
            </a:pPr>
            <a:r>
              <a:rPr lang="en-GB" sz="2400" dirty="0"/>
              <a:t>Acceptance negligible (difference in energy 1.0 to 2.0 eV)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BA7FBB6B-93B6-694D-63C5-10495309A9DD}"/>
                  </a:ext>
                </a:extLst>
              </p:cNvPr>
              <p:cNvSpPr txBox="1"/>
              <p:nvPr/>
            </p:nvSpPr>
            <p:spPr>
              <a:xfrm>
                <a:off x="6199414" y="4372669"/>
                <a:ext cx="6096000" cy="4049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𝑎𝑐𝑐</m:t>
                      </m:r>
                      <m:d>
                        <m:d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GB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𝑚𝑖𝑛</m:t>
                      </m:r>
                      <m:d>
                        <m:dPr>
                          <m:sepChr m:val=",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i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  <m:d>
                                    <m:dPr>
                                      <m:ctrlPr>
                                        <a:rPr lang="en-GB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𝐸𝑛</m:t>
                                      </m:r>
                                      <m:r>
                                        <a:rPr lang="en-GB" i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𝐸𝑜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BA7FBB6B-93B6-694D-63C5-10495309A9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9414" y="4372669"/>
                <a:ext cx="6096000" cy="404983"/>
              </a:xfrm>
              <a:prstGeom prst="rect">
                <a:avLst/>
              </a:prstGeom>
              <a:blipFill>
                <a:blip r:embed="rId2"/>
                <a:stretch>
                  <a:fillRect b="-895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85406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3F7E34-0882-CC04-5FE0-54B59FD45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000"/>
              <a:t>Ab initio random structure saerch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64FF6-194C-62CC-9F9F-F017A69675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dirty="0"/>
              <a:t>AIRSS style calculation where all Si and Al are placed randomly on appropriate crystallographic sites.</a:t>
            </a:r>
          </a:p>
          <a:p>
            <a:r>
              <a:rPr lang="en-US" sz="2200" dirty="0"/>
              <a:t>Can do this with counter ions and fictitious/"ghost" atoms.</a:t>
            </a:r>
          </a:p>
          <a:p>
            <a:r>
              <a:rPr lang="en-US" sz="2200" dirty="0"/>
              <a:t>The number of configurations is large ~10</a:t>
            </a:r>
            <a:r>
              <a:rPr lang="en-US" sz="2200" baseline="30000" dirty="0"/>
              <a:t>11</a:t>
            </a:r>
            <a:r>
              <a:rPr lang="en-US" sz="2200" dirty="0"/>
              <a:t> even for single cells.</a:t>
            </a:r>
          </a:p>
          <a:p>
            <a:r>
              <a:rPr lang="en-US" sz="2200" dirty="0"/>
              <a:t>Also very inefficient!</a:t>
            </a:r>
          </a:p>
          <a:p>
            <a:endParaRPr lang="en-US" sz="2200" dirty="0"/>
          </a:p>
          <a:p>
            <a:endParaRPr lang="en-US" sz="2200" dirty="0"/>
          </a:p>
        </p:txBody>
      </p:sp>
      <p:pic>
        <p:nvPicPr>
          <p:cNvPr id="5" name="Picture 4" descr="A diagram of a flowchart&#10;&#10;AI-generated content may be incorrect.">
            <a:extLst>
              <a:ext uri="{FF2B5EF4-FFF2-40B4-BE49-F238E27FC236}">
                <a16:creationId xmlns:a16="http://schemas.microsoft.com/office/drawing/2014/main" id="{ACCB6942-C458-CDCE-A47D-A4AC3FEA31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3002" y="640080"/>
            <a:ext cx="5271059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3655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92B119-5C19-F0E7-ADC2-20AE1144A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400"/>
              <a:t>Basin Hopping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D0C957-470D-7998-6D36-97F2D84D8B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dirty="0"/>
              <a:t>Swap positions of two atoms (e.g. Si/Al) as per MC</a:t>
            </a:r>
          </a:p>
          <a:p>
            <a:r>
              <a:rPr lang="en-US" sz="2200" dirty="0"/>
              <a:t>Unlike MC an energy </a:t>
            </a:r>
            <a:r>
              <a:rPr lang="en-US" sz="2200" dirty="0" err="1"/>
              <a:t>minimisation</a:t>
            </a:r>
            <a:r>
              <a:rPr lang="en-US" sz="2200" dirty="0"/>
              <a:t>/relaxation</a:t>
            </a:r>
          </a:p>
          <a:p>
            <a:r>
              <a:rPr lang="en-US" sz="2200" dirty="0"/>
              <a:t>Old and new energies used in Metropolis-Hastings acceptance.</a:t>
            </a:r>
          </a:p>
          <a:p>
            <a:r>
              <a:rPr lang="en-US" sz="2200" dirty="0"/>
              <a:t>Fictitious/ghost atoms can be swapped with real atoms</a:t>
            </a:r>
          </a:p>
        </p:txBody>
      </p:sp>
      <p:pic>
        <p:nvPicPr>
          <p:cNvPr id="5" name="Picture 4" descr="A diagram of a process">
            <a:extLst>
              <a:ext uri="{FF2B5EF4-FFF2-40B4-BE49-F238E27FC236}">
                <a16:creationId xmlns:a16="http://schemas.microsoft.com/office/drawing/2014/main" id="{74CBD361-E59F-9EC2-F1DF-EC21442AF8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9048" y="1197647"/>
            <a:ext cx="5458968" cy="4462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2445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81323-BC35-FA0B-E12F-647DD0AAA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Basin hopping: swap moves only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AE074-1B8D-2D8D-E544-A3DD44FC86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STA30</a:t>
            </a:r>
          </a:p>
          <a:p>
            <a:r>
              <a:rPr lang="en-GB" dirty="0"/>
              <a:t>Using matpes-r2scan medium model</a:t>
            </a:r>
          </a:p>
          <a:p>
            <a:r>
              <a:rPr lang="en-GB" dirty="0"/>
              <a:t>Boltzmann sampling of relaxed energies at 1200 K</a:t>
            </a:r>
          </a:p>
          <a:p>
            <a:r>
              <a:rPr lang="en-GB" dirty="0"/>
              <a:t> swap moves for Al/Si and K/ghost</a:t>
            </a:r>
          </a:p>
          <a:p>
            <a:r>
              <a:rPr lang="en-GB" dirty="0"/>
              <a:t>Al/Si 3.8% moves successful (approx. 42% “downhill”, 58% “uphill”)</a:t>
            </a:r>
          </a:p>
          <a:p>
            <a:r>
              <a:rPr lang="en-GB" dirty="0"/>
              <a:t>K/ghost 2.6% swaps successful (split approx. 50:50 </a:t>
            </a:r>
            <a:r>
              <a:rPr lang="en-GB" dirty="0" err="1"/>
              <a:t>downhill:uphill</a:t>
            </a:r>
            <a:r>
              <a:rPr lang="en-GB" dirty="0"/>
              <a:t>). Ghosts are a fictitious</a:t>
            </a:r>
          </a:p>
        </p:txBody>
      </p:sp>
    </p:spTree>
    <p:extLst>
      <p:ext uri="{BB962C8B-B14F-4D97-AF65-F5344CB8AC3E}">
        <p14:creationId xmlns:p14="http://schemas.microsoft.com/office/powerpoint/2010/main" val="41083264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652CA-C0E3-47CB-84C9-33F2C3FA2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About Counter 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785BE4-72B9-F0C8-8338-8C8785E3A3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Do position of charge balancing counter ions, K in this instance, influence the position of Al?</a:t>
            </a:r>
          </a:p>
        </p:txBody>
      </p:sp>
    </p:spTree>
    <p:extLst>
      <p:ext uri="{BB962C8B-B14F-4D97-AF65-F5344CB8AC3E}">
        <p14:creationId xmlns:p14="http://schemas.microsoft.com/office/powerpoint/2010/main" val="8081863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D0A16-BB4A-D104-F1D2-552BF27B3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Basin hopping: swaps with MD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7F34A0-35C6-7D0B-66CC-930227712A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Random Selection of either </a:t>
            </a:r>
            <a:r>
              <a:rPr lang="en-GB" i="1" dirty="0"/>
              <a:t>swap</a:t>
            </a:r>
            <a:r>
              <a:rPr lang="en-GB" dirty="0"/>
              <a:t> or </a:t>
            </a:r>
            <a:r>
              <a:rPr lang="en-GB" i="1" dirty="0"/>
              <a:t>MD</a:t>
            </a:r>
            <a:r>
              <a:rPr lang="en-GB" dirty="0"/>
              <a:t>.</a:t>
            </a:r>
          </a:p>
          <a:p>
            <a:endParaRPr lang="en-GB" dirty="0"/>
          </a:p>
          <a:p>
            <a:r>
              <a:rPr lang="en-GB" dirty="0"/>
              <a:t>Swap</a:t>
            </a:r>
          </a:p>
          <a:p>
            <a:pPr lvl="1"/>
            <a:r>
              <a:rPr lang="en-GB" dirty="0"/>
              <a:t>Swap two ions chosen at random</a:t>
            </a:r>
          </a:p>
          <a:p>
            <a:pPr lvl="1"/>
            <a:r>
              <a:rPr lang="en-GB" dirty="0"/>
              <a:t>Boltzmann sampling of relaxed energies</a:t>
            </a:r>
          </a:p>
          <a:p>
            <a:r>
              <a:rPr lang="en-GB" dirty="0"/>
              <a:t>MD</a:t>
            </a:r>
          </a:p>
          <a:p>
            <a:pPr lvl="1"/>
            <a:r>
              <a:rPr lang="en-GB" dirty="0"/>
              <a:t>NVT MD (e.g.1000K 2fs and 500 steps but can alter) </a:t>
            </a:r>
          </a:p>
          <a:p>
            <a:pPr lvl="1"/>
            <a:r>
              <a:rPr lang="en-GB" dirty="0"/>
              <a:t>MD followed by relaxation.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864708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B35B4-314A-F01B-D134-A91A08074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0020D-EF8D-C0CD-C90F-10D1D74C2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Basin hopping: swaps with MD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66212-0169-66F7-AFA1-7BAD9DF7F3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STA30 6:1 </a:t>
            </a:r>
            <a:r>
              <a:rPr lang="en-GB" dirty="0" err="1"/>
              <a:t>Si:Al</a:t>
            </a:r>
            <a:r>
              <a:rPr lang="en-GB" dirty="0"/>
              <a:t> ratio</a:t>
            </a:r>
          </a:p>
          <a:p>
            <a:r>
              <a:rPr lang="en-GB" dirty="0"/>
              <a:t>Using matpes-r2scan medium model</a:t>
            </a:r>
          </a:p>
          <a:p>
            <a:r>
              <a:rPr lang="en-GB" dirty="0"/>
              <a:t>Boltzmann sampling of relaxed energies at 1200 K</a:t>
            </a:r>
          </a:p>
          <a:p>
            <a:r>
              <a:rPr lang="en-GB" dirty="0"/>
              <a:t>Swap moves for Al/Si only</a:t>
            </a:r>
          </a:p>
          <a:p>
            <a:r>
              <a:rPr lang="en-GB" dirty="0"/>
              <a:t>MD @1000K 2fs and 500 steps. Approx 20% moves are MD</a:t>
            </a:r>
          </a:p>
          <a:p>
            <a:r>
              <a:rPr lang="en-GB" dirty="0"/>
              <a:t>Al/Si 6.8% moves successful (split approx. 50:50 </a:t>
            </a:r>
            <a:r>
              <a:rPr lang="en-GB" dirty="0" err="1"/>
              <a:t>downhill:uphill</a:t>
            </a:r>
            <a:r>
              <a:rPr lang="en-GB" dirty="0"/>
              <a:t>)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58661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9EFC2-1C10-C397-5910-4EB5DAF3B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12299-E4D5-2A5A-7E26-4FCF0B7A6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257800" cy="1325563"/>
          </a:xfrm>
        </p:spPr>
        <p:txBody>
          <a:bodyPr/>
          <a:lstStyle/>
          <a:p>
            <a:r>
              <a:rPr lang="en-GB" dirty="0"/>
              <a:t>Basin hopping: combined swap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68C33-858F-CAF1-3158-DC637CA90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154038" cy="4468171"/>
          </a:xfrm>
        </p:spPr>
        <p:txBody>
          <a:bodyPr/>
          <a:lstStyle/>
          <a:p>
            <a:r>
              <a:rPr lang="en-GB" dirty="0"/>
              <a:t>Activation for K diffusion approx. 0.95 to 1.5 eV  so MD unlikely to result in K diffusion.</a:t>
            </a:r>
          </a:p>
          <a:p>
            <a:r>
              <a:rPr lang="en-GB" dirty="0"/>
              <a:t>Swap moves for Al/Si. </a:t>
            </a:r>
          </a:p>
          <a:p>
            <a:r>
              <a:rPr lang="en-GB" dirty="0"/>
              <a:t>Space for K ion is found using grid system</a:t>
            </a:r>
          </a:p>
          <a:p>
            <a:r>
              <a:rPr lang="en-GB" b="1" dirty="0"/>
              <a:t>NO</a:t>
            </a:r>
            <a:r>
              <a:rPr lang="en-GB" dirty="0"/>
              <a:t> detailed balance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F26931-ACC8-C4A6-7145-E2D8046020A5}"/>
              </a:ext>
            </a:extLst>
          </p:cNvPr>
          <p:cNvSpPr txBox="1"/>
          <p:nvPr/>
        </p:nvSpPr>
        <p:spPr>
          <a:xfrm>
            <a:off x="7227652" y="566241"/>
            <a:ext cx="43190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Swap protocol</a:t>
            </a:r>
          </a:p>
        </p:txBody>
      </p:sp>
      <p:pic>
        <p:nvPicPr>
          <p:cNvPr id="8" name="Picture 7" descr="A diagram of a graph&#10;&#10;AI-generated content may be incorrect.">
            <a:extLst>
              <a:ext uri="{FF2B5EF4-FFF2-40B4-BE49-F238E27FC236}">
                <a16:creationId xmlns:a16="http://schemas.microsoft.com/office/drawing/2014/main" id="{53D52F42-55D2-ADAB-E0E2-0FEEDF6660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0440" y="1210734"/>
            <a:ext cx="2277552" cy="4986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7499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BC6B8-D0CF-FF65-715D-306171793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305E8-9FF3-C90B-A3CE-C906E5AF9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Basin hopping: combined swap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1C1658-12C3-7922-62F9-129BA38C3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STA30</a:t>
            </a:r>
          </a:p>
          <a:p>
            <a:r>
              <a:rPr lang="en-GB" dirty="0"/>
              <a:t>Using matpes-r2scan medium model</a:t>
            </a:r>
          </a:p>
          <a:p>
            <a:r>
              <a:rPr lang="en-GB" dirty="0"/>
              <a:t>Boltzmann sampling of relaxed energies at 1200 K</a:t>
            </a:r>
          </a:p>
          <a:p>
            <a:r>
              <a:rPr lang="en-GB" dirty="0"/>
              <a:t>Activation for K diffusion approx. 0.95 to 1.5 eV</a:t>
            </a:r>
          </a:p>
          <a:p>
            <a:r>
              <a:rPr lang="en-GB" dirty="0"/>
              <a:t>Swap moves for Al/Si. </a:t>
            </a:r>
            <a:r>
              <a:rPr lang="en-GB" dirty="0">
                <a:solidFill>
                  <a:srgbClr val="FF0000"/>
                </a:solidFill>
              </a:rPr>
              <a:t>Also,</a:t>
            </a:r>
            <a:r>
              <a:rPr lang="en-GB" dirty="0"/>
              <a:t> K ion moved close to Al</a:t>
            </a:r>
          </a:p>
          <a:p>
            <a:r>
              <a:rPr lang="en-GB" dirty="0"/>
              <a:t>Space for K ion is found using grid system</a:t>
            </a:r>
          </a:p>
          <a:p>
            <a:r>
              <a:rPr lang="en-GB" dirty="0"/>
              <a:t>Finds configurations with slightly lower energy than SWAP-MD with similar efficiency to </a:t>
            </a:r>
            <a:r>
              <a:rPr lang="en-GB"/>
              <a:t>swap with MD</a:t>
            </a:r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474496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5AEA5-7ECF-7919-3313-29EDC7BF1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Weight for NMR spectra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766580-72F7-647E-FE89-8E9D7ED10F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399" y="2511955"/>
            <a:ext cx="5748867" cy="2110845"/>
          </a:xfrm>
        </p:spPr>
        <p:txBody>
          <a:bodyPr/>
          <a:lstStyle/>
          <a:p>
            <a:r>
              <a:rPr lang="en-GB" dirty="0"/>
              <a:t>The weights for the NMR are given by the equation.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CABCFED-3445-4B84-0464-04A88F9596BD}"/>
                  </a:ext>
                </a:extLst>
              </p:cNvPr>
              <p:cNvSpPr txBox="1"/>
              <p:nvPr/>
            </p:nvSpPr>
            <p:spPr>
              <a:xfrm>
                <a:off x="7171267" y="2158781"/>
                <a:ext cx="2103781" cy="10250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⁡</m:t>
                          </m:r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∆</m:t>
                                  </m:r>
                                  <m:sSub>
                                    <m:sSub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sub>
                                  </m:sSub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𝑒𝑥𝑝</m:t>
                              </m:r>
                              <m:d>
                                <m:d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∆</m:t>
                                      </m:r>
                                      <m:sSub>
                                        <m:sSubPr>
                                          <m:ctrlPr>
                                            <a:rPr lang="en-GB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𝐸</m:t>
                                          </m:r>
                                        </m:e>
                                        <m:sub>
                                          <m:r>
                                            <a:rPr lang="en-GB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GB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b="0" i="1" smtClean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GB" b="0" i="1" smtClean="0">
                                              <a:latin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sub>
                                      </m:sSub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den>
                                  </m:f>
                                </m:e>
                              </m:d>
                            </m:e>
                          </m:nary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CABCFED-3445-4B84-0464-04A88F9596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1267" y="2158781"/>
                <a:ext cx="2103781" cy="102508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EA105A82-D5FB-7DA5-8411-9898DA9C1681}"/>
              </a:ext>
            </a:extLst>
          </p:cNvPr>
          <p:cNvSpPr txBox="1"/>
          <p:nvPr/>
        </p:nvSpPr>
        <p:spPr>
          <a:xfrm>
            <a:off x="6722533" y="3649133"/>
            <a:ext cx="31834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/>
              <a:t>∆E</a:t>
            </a:r>
            <a:r>
              <a:rPr lang="en-GB" dirty="0"/>
              <a:t> is the energy above the minimum in the convex hull.</a:t>
            </a:r>
            <a:endParaRPr lang="en-GB" i="1" dirty="0"/>
          </a:p>
        </p:txBody>
      </p:sp>
    </p:spTree>
    <p:extLst>
      <p:ext uri="{BB962C8B-B14F-4D97-AF65-F5344CB8AC3E}">
        <p14:creationId xmlns:p14="http://schemas.microsoft.com/office/powerpoint/2010/main" val="40949481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816F8-71A7-EF0F-6D2C-C6524673A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Availability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9540D-F331-92AD-D120-149FB21ED6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The code is part of the CCP-NC software</a:t>
            </a:r>
          </a:p>
          <a:p>
            <a:r>
              <a:rPr lang="en-GB" dirty="0"/>
              <a:t>MIT licence</a:t>
            </a:r>
          </a:p>
          <a:p>
            <a:r>
              <a:rPr lang="en-GB" dirty="0"/>
              <a:t>Available on CCP-NC </a:t>
            </a:r>
            <a:r>
              <a:rPr lang="en-GB" dirty="0" err="1"/>
              <a:t>github</a:t>
            </a:r>
            <a:r>
              <a:rPr lang="en-GB" dirty="0"/>
              <a:t> </a:t>
            </a:r>
            <a:r>
              <a:rPr lang="en-GB" dirty="0">
                <a:ea typeface="+mn-lt"/>
                <a:cs typeface="+mn-lt"/>
              </a:rPr>
              <a:t>https://github.com/CCP-NC/pymc-nmr</a:t>
            </a:r>
          </a:p>
        </p:txBody>
      </p:sp>
    </p:spTree>
    <p:extLst>
      <p:ext uri="{BB962C8B-B14F-4D97-AF65-F5344CB8AC3E}">
        <p14:creationId xmlns:p14="http://schemas.microsoft.com/office/powerpoint/2010/main" val="8714766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796</TotalTime>
  <Words>760</Words>
  <Application>Microsoft Office PowerPoint</Application>
  <PresentationFormat>Widescreen</PresentationFormat>
  <Paragraphs>150</Paragraphs>
  <Slides>16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Optimisation of configurations for CCP-NC</vt:lpstr>
      <vt:lpstr>Outline</vt:lpstr>
      <vt:lpstr>Checking mace models: LBFGS 1.0e-3 tol MACE-MP-0a</vt:lpstr>
      <vt:lpstr>Different model: LBFGS, medium models, float64, tol 1.0e-3 </vt:lpstr>
      <vt:lpstr>Note of caution</vt:lpstr>
      <vt:lpstr>Programming</vt:lpstr>
      <vt:lpstr>Ab initio random structure saerch</vt:lpstr>
      <vt:lpstr>Basin Hopping</vt:lpstr>
      <vt:lpstr>Basin hopping: swap moves only</vt:lpstr>
      <vt:lpstr>What About Counter Ions</vt:lpstr>
      <vt:lpstr>Basin hopping: swaps with MD</vt:lpstr>
      <vt:lpstr>Basin hopping: swaps with MD</vt:lpstr>
      <vt:lpstr>Basin hopping: combined swap</vt:lpstr>
      <vt:lpstr>Basin hopping: combined swap</vt:lpstr>
      <vt:lpstr>Weight for NMR spectra</vt:lpstr>
      <vt:lpstr>Availability</vt:lpstr>
    </vt:vector>
  </TitlesOfParts>
  <Company>Science and Technology Facilities Council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Purton, John (STFC,DL,SC)</dc:creator>
  <cp:lastModifiedBy>Purton, John (STFC,DL,SC)</cp:lastModifiedBy>
  <cp:revision>216</cp:revision>
  <dcterms:created xsi:type="dcterms:W3CDTF">2025-05-23T12:27:35Z</dcterms:created>
  <dcterms:modified xsi:type="dcterms:W3CDTF">2025-10-06T07:56:33Z</dcterms:modified>
</cp:coreProperties>
</file>